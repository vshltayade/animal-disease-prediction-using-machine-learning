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24"/>
  </p:notesMasterIdLst>
  <p:sldIdLst>
    <p:sldId id="275" r:id="rId2"/>
    <p:sldId id="285" r:id="rId3"/>
    <p:sldId id="276" r:id="rId4"/>
    <p:sldId id="257" r:id="rId5"/>
    <p:sldId id="260" r:id="rId6"/>
    <p:sldId id="283" r:id="rId7"/>
    <p:sldId id="262" r:id="rId8"/>
    <p:sldId id="281" r:id="rId9"/>
    <p:sldId id="288" r:id="rId10"/>
    <p:sldId id="280" r:id="rId11"/>
    <p:sldId id="263" r:id="rId12"/>
    <p:sldId id="284" r:id="rId13"/>
    <p:sldId id="264" r:id="rId14"/>
    <p:sldId id="289" r:id="rId15"/>
    <p:sldId id="286" r:id="rId16"/>
    <p:sldId id="267" r:id="rId17"/>
    <p:sldId id="268" r:id="rId18"/>
    <p:sldId id="270" r:id="rId19"/>
    <p:sldId id="269" r:id="rId20"/>
    <p:sldId id="273" r:id="rId21"/>
    <p:sldId id="271" r:id="rId22"/>
    <p:sldId id="27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1" clrIdx="0">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C1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p:cViewPr varScale="1">
        <p:scale>
          <a:sx n="78" d="100"/>
          <a:sy n="78" d="100"/>
        </p:scale>
        <p:origin x="878"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0879FC-92DD-4C01-8BF4-6F6C362C8CE9}" type="datetimeFigureOut">
              <a:rPr lang="en-IN" smtClean="0"/>
              <a:t>19-05-2021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4A68B6-5A70-4B05-B55B-076CADC50DFE}" type="slidenum">
              <a:rPr lang="en-IN" smtClean="0"/>
              <a:t>‹#›</a:t>
            </a:fld>
            <a:endParaRPr lang="en-IN"/>
          </a:p>
        </p:txBody>
      </p:sp>
    </p:spTree>
    <p:extLst>
      <p:ext uri="{BB962C8B-B14F-4D97-AF65-F5344CB8AC3E}">
        <p14:creationId xmlns:p14="http://schemas.microsoft.com/office/powerpoint/2010/main" val="2215596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CA772-0ABA-46D0-ABC5-0D1EAA0338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134D23B-9208-4675-B7A6-80AD6969E7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2F5914-8CCD-4DC8-9E75-D3219DBB4CC4}"/>
              </a:ext>
            </a:extLst>
          </p:cNvPr>
          <p:cNvSpPr>
            <a:spLocks noGrp="1"/>
          </p:cNvSpPr>
          <p:nvPr>
            <p:ph type="dt" sz="half" idx="10"/>
          </p:nvPr>
        </p:nvSpPr>
        <p:spPr/>
        <p:txBody>
          <a:bodyPr/>
          <a:lstStyle/>
          <a:p>
            <a:fld id="{B17186DB-18F0-44B2-B2C8-D021FA7DBAB8}" type="datetime1">
              <a:rPr lang="en-US" smtClean="0"/>
              <a:t>5/19/2021</a:t>
            </a:fld>
            <a:endParaRPr lang="en-US"/>
          </a:p>
        </p:txBody>
      </p:sp>
      <p:sp>
        <p:nvSpPr>
          <p:cNvPr id="5" name="Footer Placeholder 4">
            <a:extLst>
              <a:ext uri="{FF2B5EF4-FFF2-40B4-BE49-F238E27FC236}">
                <a16:creationId xmlns:a16="http://schemas.microsoft.com/office/drawing/2014/main" id="{1585C1D4-4C27-439F-9896-1926EC1354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6F7E83-70EE-40B0-BA84-05CC64694CFC}"/>
              </a:ext>
            </a:extLst>
          </p:cNvPr>
          <p:cNvSpPr>
            <a:spLocks noGrp="1"/>
          </p:cNvSpPr>
          <p:nvPr>
            <p:ph type="sldNum" sz="quarter" idx="12"/>
          </p:nvPr>
        </p:nvSpPr>
        <p:spPr/>
        <p:txBody>
          <a:bodyPr/>
          <a:lstStyle/>
          <a:p>
            <a:fld id="{87F9202A-FD0E-4A58-A55A-175E0E9BDCC0}" type="slidenum">
              <a:rPr lang="en-US" smtClean="0"/>
              <a:t>‹#›</a:t>
            </a:fld>
            <a:endParaRPr lang="en-US"/>
          </a:p>
        </p:txBody>
      </p:sp>
    </p:spTree>
    <p:extLst>
      <p:ext uri="{BB962C8B-B14F-4D97-AF65-F5344CB8AC3E}">
        <p14:creationId xmlns:p14="http://schemas.microsoft.com/office/powerpoint/2010/main" val="3048849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13D75-E001-4758-848B-0632A0314F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9528C2-2706-4BE4-A085-C7A118936C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579006-5E59-4207-BE48-26E52A390199}"/>
              </a:ext>
            </a:extLst>
          </p:cNvPr>
          <p:cNvSpPr>
            <a:spLocks noGrp="1"/>
          </p:cNvSpPr>
          <p:nvPr>
            <p:ph type="dt" sz="half" idx="10"/>
          </p:nvPr>
        </p:nvSpPr>
        <p:spPr/>
        <p:txBody>
          <a:bodyPr/>
          <a:lstStyle/>
          <a:p>
            <a:fld id="{D23FA5C5-2101-4939-AAAA-7767C387AE08}" type="datetime1">
              <a:rPr lang="en-US" smtClean="0"/>
              <a:t>5/19/2021</a:t>
            </a:fld>
            <a:endParaRPr lang="en-US"/>
          </a:p>
        </p:txBody>
      </p:sp>
      <p:sp>
        <p:nvSpPr>
          <p:cNvPr id="5" name="Footer Placeholder 4">
            <a:extLst>
              <a:ext uri="{FF2B5EF4-FFF2-40B4-BE49-F238E27FC236}">
                <a16:creationId xmlns:a16="http://schemas.microsoft.com/office/drawing/2014/main" id="{AD65F3FE-C93E-4CAB-8F23-570B888BB1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DEC257-5E7E-41BA-93ED-72A52A09AD28}"/>
              </a:ext>
            </a:extLst>
          </p:cNvPr>
          <p:cNvSpPr>
            <a:spLocks noGrp="1"/>
          </p:cNvSpPr>
          <p:nvPr>
            <p:ph type="sldNum" sz="quarter" idx="12"/>
          </p:nvPr>
        </p:nvSpPr>
        <p:spPr/>
        <p:txBody>
          <a:bodyPr/>
          <a:lstStyle/>
          <a:p>
            <a:fld id="{87F9202A-FD0E-4A58-A55A-175E0E9BDCC0}" type="slidenum">
              <a:rPr lang="en-US" smtClean="0"/>
              <a:t>‹#›</a:t>
            </a:fld>
            <a:endParaRPr lang="en-US"/>
          </a:p>
        </p:txBody>
      </p:sp>
    </p:spTree>
    <p:extLst>
      <p:ext uri="{BB962C8B-B14F-4D97-AF65-F5344CB8AC3E}">
        <p14:creationId xmlns:p14="http://schemas.microsoft.com/office/powerpoint/2010/main" val="1302148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65841-F57D-4465-AF46-E2F0449A50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666207F-307B-4E27-A241-8D0F3B46E3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39606C-92CF-49A7-A73E-3F33020DE918}"/>
              </a:ext>
            </a:extLst>
          </p:cNvPr>
          <p:cNvSpPr>
            <a:spLocks noGrp="1"/>
          </p:cNvSpPr>
          <p:nvPr>
            <p:ph type="dt" sz="half" idx="10"/>
          </p:nvPr>
        </p:nvSpPr>
        <p:spPr/>
        <p:txBody>
          <a:bodyPr/>
          <a:lstStyle/>
          <a:p>
            <a:fld id="{37E01DEB-7073-4D00-B2B2-28232130E069}" type="datetime1">
              <a:rPr lang="en-US" smtClean="0"/>
              <a:t>5/19/2021</a:t>
            </a:fld>
            <a:endParaRPr lang="en-US"/>
          </a:p>
        </p:txBody>
      </p:sp>
      <p:sp>
        <p:nvSpPr>
          <p:cNvPr id="5" name="Footer Placeholder 4">
            <a:extLst>
              <a:ext uri="{FF2B5EF4-FFF2-40B4-BE49-F238E27FC236}">
                <a16:creationId xmlns:a16="http://schemas.microsoft.com/office/drawing/2014/main" id="{5ACE5607-7466-4D55-B4F6-E25FEE4546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E54E60-4A53-4473-AD28-5797FAF6A3F0}"/>
              </a:ext>
            </a:extLst>
          </p:cNvPr>
          <p:cNvSpPr>
            <a:spLocks noGrp="1"/>
          </p:cNvSpPr>
          <p:nvPr>
            <p:ph type="sldNum" sz="quarter" idx="12"/>
          </p:nvPr>
        </p:nvSpPr>
        <p:spPr/>
        <p:txBody>
          <a:bodyPr/>
          <a:lstStyle/>
          <a:p>
            <a:fld id="{87F9202A-FD0E-4A58-A55A-175E0E9BDCC0}" type="slidenum">
              <a:rPr lang="en-US" smtClean="0"/>
              <a:t>‹#›</a:t>
            </a:fld>
            <a:endParaRPr lang="en-US"/>
          </a:p>
        </p:txBody>
      </p:sp>
    </p:spTree>
    <p:extLst>
      <p:ext uri="{BB962C8B-B14F-4D97-AF65-F5344CB8AC3E}">
        <p14:creationId xmlns:p14="http://schemas.microsoft.com/office/powerpoint/2010/main" val="1646197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2CF57-92C5-441B-B6F8-28D2431014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FFA325-68D7-4FFE-84FE-C0C41F2B83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6405D5E-1E1A-40EC-B8BB-EC0588F7CB7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15682CF-853B-4034-95F0-CA0911F4D39B}"/>
              </a:ext>
            </a:extLst>
          </p:cNvPr>
          <p:cNvSpPr>
            <a:spLocks noGrp="1"/>
          </p:cNvSpPr>
          <p:nvPr>
            <p:ph type="dt" sz="half" idx="10"/>
          </p:nvPr>
        </p:nvSpPr>
        <p:spPr/>
        <p:txBody>
          <a:bodyPr/>
          <a:lstStyle/>
          <a:p>
            <a:fld id="{F723585B-D34A-43A7-8B7D-66B0069FF9EF}" type="datetime1">
              <a:rPr lang="en-US" smtClean="0"/>
              <a:t>5/19/2021</a:t>
            </a:fld>
            <a:endParaRPr lang="en-US"/>
          </a:p>
        </p:txBody>
      </p:sp>
      <p:sp>
        <p:nvSpPr>
          <p:cNvPr id="6" name="Footer Placeholder 5">
            <a:extLst>
              <a:ext uri="{FF2B5EF4-FFF2-40B4-BE49-F238E27FC236}">
                <a16:creationId xmlns:a16="http://schemas.microsoft.com/office/drawing/2014/main" id="{A43427FD-1559-47A5-8C54-9AA2A8F094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8AD78D-772F-49B7-B129-E8A699ED4EF1}"/>
              </a:ext>
            </a:extLst>
          </p:cNvPr>
          <p:cNvSpPr>
            <a:spLocks noGrp="1"/>
          </p:cNvSpPr>
          <p:nvPr>
            <p:ph type="sldNum" sz="quarter" idx="12"/>
          </p:nvPr>
        </p:nvSpPr>
        <p:spPr/>
        <p:txBody>
          <a:bodyPr/>
          <a:lstStyle/>
          <a:p>
            <a:fld id="{87F9202A-FD0E-4A58-A55A-175E0E9BDCC0}" type="slidenum">
              <a:rPr lang="en-US" smtClean="0"/>
              <a:t>‹#›</a:t>
            </a:fld>
            <a:endParaRPr lang="en-US"/>
          </a:p>
        </p:txBody>
      </p:sp>
    </p:spTree>
    <p:extLst>
      <p:ext uri="{BB962C8B-B14F-4D97-AF65-F5344CB8AC3E}">
        <p14:creationId xmlns:p14="http://schemas.microsoft.com/office/powerpoint/2010/main" val="3223927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26F91-208E-4A01-BB17-F95B9AEF3D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F36EF2C-5EDA-4587-B788-90DB2645E9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8055CB-E35A-4945-BBE7-59D2C94ADD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5600C44-9E99-4095-B044-F23D550F31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CFEC52-E26A-4491-BBC2-44E1BF47D9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243BE85-CBB1-4F3D-BD24-7F57ADA0B044}"/>
              </a:ext>
            </a:extLst>
          </p:cNvPr>
          <p:cNvSpPr>
            <a:spLocks noGrp="1"/>
          </p:cNvSpPr>
          <p:nvPr>
            <p:ph type="dt" sz="half" idx="10"/>
          </p:nvPr>
        </p:nvSpPr>
        <p:spPr/>
        <p:txBody>
          <a:bodyPr/>
          <a:lstStyle/>
          <a:p>
            <a:fld id="{7051EFE4-7796-4991-A7AE-15A42FD4F258}" type="datetime1">
              <a:rPr lang="en-US" smtClean="0"/>
              <a:t>5/19/2021</a:t>
            </a:fld>
            <a:endParaRPr lang="en-US"/>
          </a:p>
        </p:txBody>
      </p:sp>
      <p:sp>
        <p:nvSpPr>
          <p:cNvPr id="8" name="Footer Placeholder 7">
            <a:extLst>
              <a:ext uri="{FF2B5EF4-FFF2-40B4-BE49-F238E27FC236}">
                <a16:creationId xmlns:a16="http://schemas.microsoft.com/office/drawing/2014/main" id="{0508F6F0-7492-4D8D-97E6-64B8EBECE2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8995C7-8B1D-4ACF-BA0C-AA82CDC69976}"/>
              </a:ext>
            </a:extLst>
          </p:cNvPr>
          <p:cNvSpPr>
            <a:spLocks noGrp="1"/>
          </p:cNvSpPr>
          <p:nvPr>
            <p:ph type="sldNum" sz="quarter" idx="12"/>
          </p:nvPr>
        </p:nvSpPr>
        <p:spPr/>
        <p:txBody>
          <a:bodyPr/>
          <a:lstStyle/>
          <a:p>
            <a:fld id="{87F9202A-FD0E-4A58-A55A-175E0E9BDCC0}" type="slidenum">
              <a:rPr lang="en-US" smtClean="0"/>
              <a:t>‹#›</a:t>
            </a:fld>
            <a:endParaRPr lang="en-US"/>
          </a:p>
        </p:txBody>
      </p:sp>
    </p:spTree>
    <p:extLst>
      <p:ext uri="{BB962C8B-B14F-4D97-AF65-F5344CB8AC3E}">
        <p14:creationId xmlns:p14="http://schemas.microsoft.com/office/powerpoint/2010/main" val="2009132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F9657-DF10-4E63-A222-545BA473E07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0C361DA-51CD-45B0-8483-54371C3614D1}"/>
              </a:ext>
            </a:extLst>
          </p:cNvPr>
          <p:cNvSpPr>
            <a:spLocks noGrp="1"/>
          </p:cNvSpPr>
          <p:nvPr>
            <p:ph type="dt" sz="half" idx="10"/>
          </p:nvPr>
        </p:nvSpPr>
        <p:spPr/>
        <p:txBody>
          <a:bodyPr/>
          <a:lstStyle/>
          <a:p>
            <a:fld id="{E33B3804-4613-4CFE-A245-25C2D719672A}" type="datetime1">
              <a:rPr lang="en-US" smtClean="0"/>
              <a:t>5/19/2021</a:t>
            </a:fld>
            <a:endParaRPr lang="en-US"/>
          </a:p>
        </p:txBody>
      </p:sp>
      <p:sp>
        <p:nvSpPr>
          <p:cNvPr id="4" name="Footer Placeholder 3">
            <a:extLst>
              <a:ext uri="{FF2B5EF4-FFF2-40B4-BE49-F238E27FC236}">
                <a16:creationId xmlns:a16="http://schemas.microsoft.com/office/drawing/2014/main" id="{E164CF7C-2E0B-48EE-A5E2-4B27D02592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ECDD79-C2F2-46E5-A63E-5CD3C6F604F4}"/>
              </a:ext>
            </a:extLst>
          </p:cNvPr>
          <p:cNvSpPr>
            <a:spLocks noGrp="1"/>
          </p:cNvSpPr>
          <p:nvPr>
            <p:ph type="sldNum" sz="quarter" idx="12"/>
          </p:nvPr>
        </p:nvSpPr>
        <p:spPr/>
        <p:txBody>
          <a:bodyPr/>
          <a:lstStyle/>
          <a:p>
            <a:fld id="{87F9202A-FD0E-4A58-A55A-175E0E9BDCC0}" type="slidenum">
              <a:rPr lang="en-US" smtClean="0"/>
              <a:t>‹#›</a:t>
            </a:fld>
            <a:endParaRPr lang="en-US"/>
          </a:p>
        </p:txBody>
      </p:sp>
    </p:spTree>
    <p:extLst>
      <p:ext uri="{BB962C8B-B14F-4D97-AF65-F5344CB8AC3E}">
        <p14:creationId xmlns:p14="http://schemas.microsoft.com/office/powerpoint/2010/main" val="422046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557547-0F08-4114-B98B-9D47B43D94D7}"/>
              </a:ext>
            </a:extLst>
          </p:cNvPr>
          <p:cNvSpPr>
            <a:spLocks noGrp="1"/>
          </p:cNvSpPr>
          <p:nvPr>
            <p:ph type="dt" sz="half" idx="10"/>
          </p:nvPr>
        </p:nvSpPr>
        <p:spPr/>
        <p:txBody>
          <a:bodyPr/>
          <a:lstStyle/>
          <a:p>
            <a:fld id="{17F3A63E-7E73-4C35-97C5-CFF6D9882A02}" type="datetime1">
              <a:rPr lang="en-US" smtClean="0"/>
              <a:t>5/19/2021</a:t>
            </a:fld>
            <a:endParaRPr lang="en-US"/>
          </a:p>
        </p:txBody>
      </p:sp>
      <p:sp>
        <p:nvSpPr>
          <p:cNvPr id="3" name="Footer Placeholder 2">
            <a:extLst>
              <a:ext uri="{FF2B5EF4-FFF2-40B4-BE49-F238E27FC236}">
                <a16:creationId xmlns:a16="http://schemas.microsoft.com/office/drawing/2014/main" id="{FEEE8EDD-A65D-42DE-9E4D-F4EBEF9534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1CCAE9-D7B8-46EC-8CE0-67E5FE4E5BCF}"/>
              </a:ext>
            </a:extLst>
          </p:cNvPr>
          <p:cNvSpPr>
            <a:spLocks noGrp="1"/>
          </p:cNvSpPr>
          <p:nvPr>
            <p:ph type="sldNum" sz="quarter" idx="12"/>
          </p:nvPr>
        </p:nvSpPr>
        <p:spPr/>
        <p:txBody>
          <a:bodyPr/>
          <a:lstStyle/>
          <a:p>
            <a:fld id="{87F9202A-FD0E-4A58-A55A-175E0E9BDCC0}" type="slidenum">
              <a:rPr lang="en-US" smtClean="0"/>
              <a:t>‹#›</a:t>
            </a:fld>
            <a:endParaRPr lang="en-US"/>
          </a:p>
        </p:txBody>
      </p:sp>
    </p:spTree>
    <p:extLst>
      <p:ext uri="{BB962C8B-B14F-4D97-AF65-F5344CB8AC3E}">
        <p14:creationId xmlns:p14="http://schemas.microsoft.com/office/powerpoint/2010/main" val="102820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70078-1E77-4135-9CEE-AB0C046ED3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0089D26-E5C6-48E4-8C5A-61CAEF5C56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7B0B7BB-C70B-47B0-A665-08B736AF44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B93E47-DDF1-4E65-A271-97DA784FF5AE}"/>
              </a:ext>
            </a:extLst>
          </p:cNvPr>
          <p:cNvSpPr>
            <a:spLocks noGrp="1"/>
          </p:cNvSpPr>
          <p:nvPr>
            <p:ph type="dt" sz="half" idx="10"/>
          </p:nvPr>
        </p:nvSpPr>
        <p:spPr/>
        <p:txBody>
          <a:bodyPr/>
          <a:lstStyle/>
          <a:p>
            <a:fld id="{6A439403-42E1-4F55-98B0-BA966F72DD31}" type="datetime1">
              <a:rPr lang="en-US" smtClean="0"/>
              <a:t>5/19/2021</a:t>
            </a:fld>
            <a:endParaRPr lang="en-US"/>
          </a:p>
        </p:txBody>
      </p:sp>
      <p:sp>
        <p:nvSpPr>
          <p:cNvPr id="6" name="Footer Placeholder 5">
            <a:extLst>
              <a:ext uri="{FF2B5EF4-FFF2-40B4-BE49-F238E27FC236}">
                <a16:creationId xmlns:a16="http://schemas.microsoft.com/office/drawing/2014/main" id="{AFC9C3AB-6F11-4291-AFA0-321F6CF1DD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7A5F29-8E2F-427A-AE64-38D177FD6CDE}"/>
              </a:ext>
            </a:extLst>
          </p:cNvPr>
          <p:cNvSpPr>
            <a:spLocks noGrp="1"/>
          </p:cNvSpPr>
          <p:nvPr>
            <p:ph type="sldNum" sz="quarter" idx="12"/>
          </p:nvPr>
        </p:nvSpPr>
        <p:spPr/>
        <p:txBody>
          <a:bodyPr/>
          <a:lstStyle/>
          <a:p>
            <a:fld id="{87F9202A-FD0E-4A58-A55A-175E0E9BDCC0}" type="slidenum">
              <a:rPr lang="en-US" smtClean="0"/>
              <a:t>‹#›</a:t>
            </a:fld>
            <a:endParaRPr lang="en-US"/>
          </a:p>
        </p:txBody>
      </p:sp>
    </p:spTree>
    <p:extLst>
      <p:ext uri="{BB962C8B-B14F-4D97-AF65-F5344CB8AC3E}">
        <p14:creationId xmlns:p14="http://schemas.microsoft.com/office/powerpoint/2010/main" val="970002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BFCBC-AD44-4592-85D4-AFD4A37719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FD8019B-590E-441A-80E3-8514C1E46A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2C23644-FBCF-4062-B44D-3620692BB7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2D2F8D-DC54-4F7F-A695-F3B9F145D6EC}"/>
              </a:ext>
            </a:extLst>
          </p:cNvPr>
          <p:cNvSpPr>
            <a:spLocks noGrp="1"/>
          </p:cNvSpPr>
          <p:nvPr>
            <p:ph type="dt" sz="half" idx="10"/>
          </p:nvPr>
        </p:nvSpPr>
        <p:spPr/>
        <p:txBody>
          <a:bodyPr/>
          <a:lstStyle/>
          <a:p>
            <a:fld id="{0F674E80-E880-4579-9484-CD87290C5E4B}" type="datetime1">
              <a:rPr lang="en-US" smtClean="0"/>
              <a:t>5/19/2021</a:t>
            </a:fld>
            <a:endParaRPr lang="en-US"/>
          </a:p>
        </p:txBody>
      </p:sp>
      <p:sp>
        <p:nvSpPr>
          <p:cNvPr id="6" name="Footer Placeholder 5">
            <a:extLst>
              <a:ext uri="{FF2B5EF4-FFF2-40B4-BE49-F238E27FC236}">
                <a16:creationId xmlns:a16="http://schemas.microsoft.com/office/drawing/2014/main" id="{13BA0451-15B2-4388-8E06-73D323967D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AB85FC-3BD9-47C4-9369-1B19017D54A4}"/>
              </a:ext>
            </a:extLst>
          </p:cNvPr>
          <p:cNvSpPr>
            <a:spLocks noGrp="1"/>
          </p:cNvSpPr>
          <p:nvPr>
            <p:ph type="sldNum" sz="quarter" idx="12"/>
          </p:nvPr>
        </p:nvSpPr>
        <p:spPr/>
        <p:txBody>
          <a:bodyPr/>
          <a:lstStyle/>
          <a:p>
            <a:fld id="{87F9202A-FD0E-4A58-A55A-175E0E9BDCC0}" type="slidenum">
              <a:rPr lang="en-US" smtClean="0"/>
              <a:t>‹#›</a:t>
            </a:fld>
            <a:endParaRPr lang="en-US"/>
          </a:p>
        </p:txBody>
      </p:sp>
    </p:spTree>
    <p:extLst>
      <p:ext uri="{BB962C8B-B14F-4D97-AF65-F5344CB8AC3E}">
        <p14:creationId xmlns:p14="http://schemas.microsoft.com/office/powerpoint/2010/main" val="3011880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CB641-CBF2-4BB6-AC4E-07088046C3D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51C3A4-A893-49F5-B837-002C0A838A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79241C-A677-4E52-B56C-E12120CD8533}"/>
              </a:ext>
            </a:extLst>
          </p:cNvPr>
          <p:cNvSpPr>
            <a:spLocks noGrp="1"/>
          </p:cNvSpPr>
          <p:nvPr>
            <p:ph type="dt" sz="half" idx="10"/>
          </p:nvPr>
        </p:nvSpPr>
        <p:spPr/>
        <p:txBody>
          <a:bodyPr/>
          <a:lstStyle/>
          <a:p>
            <a:fld id="{869028C7-8D6C-43C3-BD16-075470959910}" type="datetime1">
              <a:rPr lang="en-US" smtClean="0"/>
              <a:t>5/19/2021</a:t>
            </a:fld>
            <a:endParaRPr lang="en-US"/>
          </a:p>
        </p:txBody>
      </p:sp>
      <p:sp>
        <p:nvSpPr>
          <p:cNvPr id="5" name="Footer Placeholder 4">
            <a:extLst>
              <a:ext uri="{FF2B5EF4-FFF2-40B4-BE49-F238E27FC236}">
                <a16:creationId xmlns:a16="http://schemas.microsoft.com/office/drawing/2014/main" id="{A29F3D38-CD8D-480D-BB28-B4DC58959A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245C09-9647-4402-8904-A04BB11D1239}"/>
              </a:ext>
            </a:extLst>
          </p:cNvPr>
          <p:cNvSpPr>
            <a:spLocks noGrp="1"/>
          </p:cNvSpPr>
          <p:nvPr>
            <p:ph type="sldNum" sz="quarter" idx="12"/>
          </p:nvPr>
        </p:nvSpPr>
        <p:spPr/>
        <p:txBody>
          <a:bodyPr/>
          <a:lstStyle/>
          <a:p>
            <a:fld id="{87F9202A-FD0E-4A58-A55A-175E0E9BDCC0}" type="slidenum">
              <a:rPr lang="en-US" smtClean="0"/>
              <a:t>‹#›</a:t>
            </a:fld>
            <a:endParaRPr lang="en-US"/>
          </a:p>
        </p:txBody>
      </p:sp>
    </p:spTree>
    <p:extLst>
      <p:ext uri="{BB962C8B-B14F-4D97-AF65-F5344CB8AC3E}">
        <p14:creationId xmlns:p14="http://schemas.microsoft.com/office/powerpoint/2010/main" val="3702112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7E8C35-F0A7-4562-804C-F4930E646B7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FBFC3F5-3F2D-49B0-8444-CB92153BBD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3AA675-A9AE-435B-A2FD-53984412B05D}"/>
              </a:ext>
            </a:extLst>
          </p:cNvPr>
          <p:cNvSpPr>
            <a:spLocks noGrp="1"/>
          </p:cNvSpPr>
          <p:nvPr>
            <p:ph type="dt" sz="half" idx="10"/>
          </p:nvPr>
        </p:nvSpPr>
        <p:spPr/>
        <p:txBody>
          <a:bodyPr/>
          <a:lstStyle/>
          <a:p>
            <a:fld id="{A4BCE1F1-5402-40DA-BF42-1583A9B1CF11}" type="datetime1">
              <a:rPr lang="en-US" smtClean="0"/>
              <a:t>5/19/2021</a:t>
            </a:fld>
            <a:endParaRPr lang="en-US"/>
          </a:p>
        </p:txBody>
      </p:sp>
      <p:sp>
        <p:nvSpPr>
          <p:cNvPr id="5" name="Footer Placeholder 4">
            <a:extLst>
              <a:ext uri="{FF2B5EF4-FFF2-40B4-BE49-F238E27FC236}">
                <a16:creationId xmlns:a16="http://schemas.microsoft.com/office/drawing/2014/main" id="{64D9203A-EA1E-4CB5-92D8-304A4AA71D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73E9DD-8EFE-4BD0-8673-0ECF462FCEA4}"/>
              </a:ext>
            </a:extLst>
          </p:cNvPr>
          <p:cNvSpPr>
            <a:spLocks noGrp="1"/>
          </p:cNvSpPr>
          <p:nvPr>
            <p:ph type="sldNum" sz="quarter" idx="12"/>
          </p:nvPr>
        </p:nvSpPr>
        <p:spPr/>
        <p:txBody>
          <a:bodyPr/>
          <a:lstStyle/>
          <a:p>
            <a:fld id="{87F9202A-FD0E-4A58-A55A-175E0E9BDCC0}" type="slidenum">
              <a:rPr lang="en-US" smtClean="0"/>
              <a:t>‹#›</a:t>
            </a:fld>
            <a:endParaRPr lang="en-US"/>
          </a:p>
        </p:txBody>
      </p:sp>
    </p:spTree>
    <p:extLst>
      <p:ext uri="{BB962C8B-B14F-4D97-AF65-F5344CB8AC3E}">
        <p14:creationId xmlns:p14="http://schemas.microsoft.com/office/powerpoint/2010/main" val="7562309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Title, 2 Content">
    <p:spTree>
      <p:nvGrpSpPr>
        <p:cNvPr id="1" name=""/>
        <p:cNvGrpSpPr/>
        <p:nvPr/>
      </p:nvGrpSpPr>
      <p:grpSpPr>
        <a:xfrm>
          <a:off x="0" y="0"/>
          <a:ext cx="0" cy="0"/>
          <a:chOff x="0" y="0"/>
          <a:chExt cx="0" cy="0"/>
        </a:xfrm>
      </p:grpSpPr>
      <p:sp>
        <p:nvSpPr>
          <p:cNvPr id="169" name="PlaceHolder 1"/>
          <p:cNvSpPr>
            <a:spLocks noGrp="1"/>
          </p:cNvSpPr>
          <p:nvPr>
            <p:ph type="title"/>
          </p:nvPr>
        </p:nvSpPr>
        <p:spPr>
          <a:xfrm>
            <a:off x="960480" y="593097"/>
            <a:ext cx="10270080" cy="762485"/>
          </a:xfrm>
          <a:prstGeom prst="rect">
            <a:avLst/>
          </a:prstGeom>
        </p:spPr>
        <p:txBody>
          <a:bodyPr lIns="0" tIns="0" rIns="0" bIns="0" anchor="ctr">
            <a:noAutofit/>
          </a:bodyPr>
          <a:lstStyle/>
          <a:p>
            <a:endParaRPr lang="en-US" sz="2399" b="0" strike="noStrike" spc="-1">
              <a:solidFill>
                <a:srgbClr val="000000"/>
              </a:solidFill>
              <a:latin typeface="Arial"/>
            </a:endParaRPr>
          </a:p>
        </p:txBody>
      </p:sp>
      <p:sp>
        <p:nvSpPr>
          <p:cNvPr id="170" name="PlaceHolder 2"/>
          <p:cNvSpPr>
            <a:spLocks noGrp="1"/>
          </p:cNvSpPr>
          <p:nvPr>
            <p:ph type="body"/>
          </p:nvPr>
        </p:nvSpPr>
        <p:spPr>
          <a:xfrm>
            <a:off x="609600" y="1604145"/>
            <a:ext cx="2612640" cy="3976052"/>
          </a:xfrm>
          <a:prstGeom prst="rect">
            <a:avLst/>
          </a:prstGeom>
        </p:spPr>
        <p:txBody>
          <a:bodyPr lIns="0" tIns="0" rIns="0" bIns="0">
            <a:normAutofit/>
          </a:bodyPr>
          <a:lstStyle/>
          <a:p>
            <a:endParaRPr lang="en-US" sz="2399" b="0" strike="noStrike" spc="-1">
              <a:solidFill>
                <a:srgbClr val="000000"/>
              </a:solidFill>
              <a:latin typeface="Arial"/>
            </a:endParaRPr>
          </a:p>
        </p:txBody>
      </p:sp>
      <p:sp>
        <p:nvSpPr>
          <p:cNvPr id="171" name="PlaceHolder 3"/>
          <p:cNvSpPr>
            <a:spLocks noGrp="1"/>
          </p:cNvSpPr>
          <p:nvPr>
            <p:ph type="body"/>
          </p:nvPr>
        </p:nvSpPr>
        <p:spPr>
          <a:xfrm>
            <a:off x="3353280" y="1604145"/>
            <a:ext cx="2612640" cy="3976052"/>
          </a:xfrm>
          <a:prstGeom prst="rect">
            <a:avLst/>
          </a:prstGeom>
        </p:spPr>
        <p:txBody>
          <a:bodyPr lIns="0" tIns="0" rIns="0" bIns="0">
            <a:normAutofit/>
          </a:bodyPr>
          <a:lstStyle/>
          <a:p>
            <a:endParaRPr lang="en-US" sz="2399" b="0" strike="noStrike" spc="-1">
              <a:solidFill>
                <a:srgbClr val="000000"/>
              </a:solidFill>
              <a:latin typeface="Arial"/>
            </a:endParaRPr>
          </a:p>
        </p:txBody>
      </p:sp>
    </p:spTree>
    <p:extLst>
      <p:ext uri="{BB962C8B-B14F-4D97-AF65-F5344CB8AC3E}">
        <p14:creationId xmlns:p14="http://schemas.microsoft.com/office/powerpoint/2010/main" val="33190653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F35B21-9BA8-444B-A9BC-0F87722C29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0CF67A-EC22-4A5A-A404-A884C92D3A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20C242-78E6-42EF-8E28-C1AC41968E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02DCE2-2D95-485C-B0C1-904E66E2E3E0}" type="datetime1">
              <a:rPr lang="en-US" smtClean="0"/>
              <a:t>5/19/2021</a:t>
            </a:fld>
            <a:endParaRPr lang="en-US"/>
          </a:p>
        </p:txBody>
      </p:sp>
      <p:sp>
        <p:nvSpPr>
          <p:cNvPr id="5" name="Footer Placeholder 4">
            <a:extLst>
              <a:ext uri="{FF2B5EF4-FFF2-40B4-BE49-F238E27FC236}">
                <a16:creationId xmlns:a16="http://schemas.microsoft.com/office/drawing/2014/main" id="{D42CB02D-80BA-439B-9BD5-D77FA31A4E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AB265D-8463-4178-87D0-2C8AA3864E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F9202A-FD0E-4A58-A55A-175E0E9BDCC0}" type="slidenum">
              <a:rPr lang="en-US" smtClean="0"/>
              <a:t>‹#›</a:t>
            </a:fld>
            <a:endParaRPr lang="en-US"/>
          </a:p>
        </p:txBody>
      </p:sp>
    </p:spTree>
    <p:extLst>
      <p:ext uri="{BB962C8B-B14F-4D97-AF65-F5344CB8AC3E}">
        <p14:creationId xmlns:p14="http://schemas.microsoft.com/office/powerpoint/2010/main" val="1913132313"/>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nadrsapps.gov.in/" TargetMode="External"/><Relationship Id="rId2" Type="http://schemas.openxmlformats.org/officeDocument/2006/relationships/hyperlink" Target="https://builtin.com/data-science/random-forest-algorithm" TargetMode="External"/><Relationship Id="rId1" Type="http://schemas.openxmlformats.org/officeDocument/2006/relationships/slideLayout" Target="../slideLayouts/slideLayout2.xml"/><Relationship Id="rId5" Type="http://schemas.openxmlformats.org/officeDocument/2006/relationships/hyperlink" Target="https://vikaspedia.in/agriculture/livestock/general-management-practices-of-livestock/common-animal-diseases-and-their-prevention-and-treatments" TargetMode="External"/><Relationship Id="rId4" Type="http://schemas.openxmlformats.org/officeDocument/2006/relationships/hyperlink" Target="https://dahd.nic.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8252" y="365125"/>
            <a:ext cx="9935547" cy="1325563"/>
          </a:xfrm>
        </p:spPr>
        <p:txBody>
          <a:bodyPr>
            <a:normAutofit/>
          </a:bodyPr>
          <a:lstStyle/>
          <a:p>
            <a:r>
              <a:rPr lang="en-US" sz="3600" dirty="0">
                <a:latin typeface="Adobe Garamond Pro Bold" panose="02020702060506020403" pitchFamily="18" charset="0"/>
              </a:rPr>
              <a:t> </a:t>
            </a:r>
            <a:r>
              <a:rPr lang="en-US" sz="3600" dirty="0">
                <a:solidFill>
                  <a:srgbClr val="FF0000"/>
                </a:solidFill>
                <a:latin typeface="Adobe Garamond Pro Bold" panose="02020702060506020403" pitchFamily="18" charset="0"/>
              </a:rPr>
              <a:t>ANIMAL DISEASE PREDICTION USING </a:t>
            </a:r>
            <a:br>
              <a:rPr lang="en-US" sz="3600" dirty="0">
                <a:solidFill>
                  <a:srgbClr val="FF0000"/>
                </a:solidFill>
                <a:latin typeface="Adobe Garamond Pro Bold" panose="02020702060506020403" pitchFamily="18" charset="0"/>
              </a:rPr>
            </a:br>
            <a:r>
              <a:rPr lang="en-US" sz="3600" dirty="0">
                <a:solidFill>
                  <a:srgbClr val="FF0000"/>
                </a:solidFill>
                <a:latin typeface="Adobe Garamond Pro Bold" panose="02020702060506020403" pitchFamily="18" charset="0"/>
              </a:rPr>
              <a:t>                      MACHINE LEARNING</a:t>
            </a:r>
          </a:p>
        </p:txBody>
      </p:sp>
      <p:sp>
        <p:nvSpPr>
          <p:cNvPr id="3" name="Content Placeholder 2"/>
          <p:cNvSpPr>
            <a:spLocks noGrp="1"/>
          </p:cNvSpPr>
          <p:nvPr>
            <p:ph idx="1"/>
          </p:nvPr>
        </p:nvSpPr>
        <p:spPr>
          <a:xfrm>
            <a:off x="5550794" y="3883361"/>
            <a:ext cx="4684587" cy="2114316"/>
          </a:xfrm>
        </p:spPr>
        <p:txBody>
          <a:bodyPr/>
          <a:lstStyle/>
          <a:p>
            <a:pPr marL="0" indent="0">
              <a:buNone/>
            </a:pPr>
            <a:r>
              <a:rPr lang="en-US" sz="2000" dirty="0">
                <a:solidFill>
                  <a:schemeClr val="bg2">
                    <a:lumMod val="25000"/>
                  </a:schemeClr>
                </a:solidFill>
              </a:rPr>
              <a:t>Project Members-                 Exam Seat no:-</a:t>
            </a:r>
          </a:p>
          <a:p>
            <a:pPr marL="0" indent="0">
              <a:buNone/>
            </a:pPr>
            <a:r>
              <a:rPr lang="en-US" sz="2000" dirty="0" err="1">
                <a:solidFill>
                  <a:schemeClr val="bg2">
                    <a:lumMod val="25000"/>
                  </a:schemeClr>
                </a:solidFill>
              </a:rPr>
              <a:t>Akshay</a:t>
            </a:r>
            <a:r>
              <a:rPr lang="en-US" sz="2000" dirty="0">
                <a:solidFill>
                  <a:schemeClr val="bg2">
                    <a:lumMod val="25000"/>
                  </a:schemeClr>
                </a:solidFill>
              </a:rPr>
              <a:t>  </a:t>
            </a:r>
            <a:r>
              <a:rPr lang="en-US" sz="2000" dirty="0" err="1">
                <a:solidFill>
                  <a:schemeClr val="bg2">
                    <a:lumMod val="25000"/>
                  </a:schemeClr>
                </a:solidFill>
              </a:rPr>
              <a:t>Shekade</a:t>
            </a:r>
            <a:r>
              <a:rPr lang="en-US" sz="2000" dirty="0">
                <a:solidFill>
                  <a:schemeClr val="bg2">
                    <a:lumMod val="25000"/>
                  </a:schemeClr>
                </a:solidFill>
              </a:rPr>
              <a:t>                    B150234372</a:t>
            </a:r>
          </a:p>
          <a:p>
            <a:pPr marL="0" indent="0">
              <a:buNone/>
            </a:pPr>
            <a:r>
              <a:rPr lang="en-US" sz="2000" dirty="0">
                <a:solidFill>
                  <a:schemeClr val="bg2">
                    <a:lumMod val="25000"/>
                  </a:schemeClr>
                </a:solidFill>
              </a:rPr>
              <a:t>Amit </a:t>
            </a:r>
            <a:r>
              <a:rPr lang="en-US" sz="2000" dirty="0" err="1">
                <a:solidFill>
                  <a:schemeClr val="bg2">
                    <a:lumMod val="25000"/>
                  </a:schemeClr>
                </a:solidFill>
              </a:rPr>
              <a:t>Wakade</a:t>
            </a:r>
            <a:r>
              <a:rPr lang="en-US" sz="2000" dirty="0">
                <a:solidFill>
                  <a:schemeClr val="bg2">
                    <a:lumMod val="25000"/>
                  </a:schemeClr>
                </a:solidFill>
              </a:rPr>
              <a:t>                          B150234412</a:t>
            </a:r>
          </a:p>
          <a:p>
            <a:pPr marL="0" indent="0">
              <a:buNone/>
            </a:pPr>
            <a:r>
              <a:rPr lang="en-US" sz="2000" dirty="0">
                <a:solidFill>
                  <a:schemeClr val="bg2">
                    <a:lumMod val="25000"/>
                  </a:schemeClr>
                </a:solidFill>
              </a:rPr>
              <a:t>Vishal </a:t>
            </a:r>
            <a:r>
              <a:rPr lang="en-US" sz="2000" dirty="0" err="1">
                <a:solidFill>
                  <a:schemeClr val="bg2">
                    <a:lumMod val="25000"/>
                  </a:schemeClr>
                </a:solidFill>
              </a:rPr>
              <a:t>Tayade</a:t>
            </a:r>
            <a:r>
              <a:rPr lang="en-US" sz="2000" dirty="0">
                <a:solidFill>
                  <a:schemeClr val="bg2">
                    <a:lumMod val="25000"/>
                  </a:schemeClr>
                </a:solidFill>
              </a:rPr>
              <a:t>                          B150234402</a:t>
            </a:r>
          </a:p>
          <a:p>
            <a:pPr marL="0" indent="0">
              <a:buNone/>
            </a:pPr>
            <a:r>
              <a:rPr lang="en-US" sz="2000" dirty="0">
                <a:solidFill>
                  <a:schemeClr val="bg2">
                    <a:lumMod val="25000"/>
                  </a:schemeClr>
                </a:solidFill>
              </a:rPr>
              <a:t>Shubham Makar                     B150234310</a:t>
            </a:r>
          </a:p>
          <a:p>
            <a:pPr marL="0" indent="0">
              <a:buNone/>
            </a:pPr>
            <a:endParaRPr lang="en-US" dirty="0"/>
          </a:p>
        </p:txBody>
      </p:sp>
      <p:sp>
        <p:nvSpPr>
          <p:cNvPr id="4" name="TextBox 3"/>
          <p:cNvSpPr txBox="1"/>
          <p:nvPr/>
        </p:nvSpPr>
        <p:spPr>
          <a:xfrm>
            <a:off x="603073" y="3429000"/>
            <a:ext cx="3232597" cy="830997"/>
          </a:xfrm>
          <a:prstGeom prst="rect">
            <a:avLst/>
          </a:prstGeom>
          <a:noFill/>
        </p:spPr>
        <p:txBody>
          <a:bodyPr wrap="square" rtlCol="0">
            <a:spAutoFit/>
          </a:bodyPr>
          <a:lstStyle/>
          <a:p>
            <a:r>
              <a:rPr lang="en-US" sz="2400" dirty="0"/>
              <a:t>Project Guide-</a:t>
            </a:r>
          </a:p>
          <a:p>
            <a:r>
              <a:rPr lang="en-US" sz="2400" dirty="0"/>
              <a:t>Prof. J. E. </a:t>
            </a:r>
            <a:r>
              <a:rPr lang="en-US" sz="2400" dirty="0" err="1"/>
              <a:t>Kamalasekaran</a:t>
            </a:r>
            <a:endParaRPr lang="en-US" sz="2400" dirty="0"/>
          </a:p>
        </p:txBody>
      </p:sp>
      <p:sp>
        <p:nvSpPr>
          <p:cNvPr id="5" name="Slide Number Placeholder 4">
            <a:extLst>
              <a:ext uri="{FF2B5EF4-FFF2-40B4-BE49-F238E27FC236}">
                <a16:creationId xmlns:a16="http://schemas.microsoft.com/office/drawing/2014/main" id="{E2FDE916-B4F0-453A-A418-079CD3EC3BE4}"/>
              </a:ext>
            </a:extLst>
          </p:cNvPr>
          <p:cNvSpPr>
            <a:spLocks noGrp="1"/>
          </p:cNvSpPr>
          <p:nvPr>
            <p:ph type="sldNum" sz="quarter" idx="12"/>
          </p:nvPr>
        </p:nvSpPr>
        <p:spPr/>
        <p:txBody>
          <a:bodyPr/>
          <a:lstStyle/>
          <a:p>
            <a:fld id="{87F9202A-FD0E-4A58-A55A-175E0E9BDCC0}" type="slidenum">
              <a:rPr lang="en-US" smtClean="0"/>
              <a:t>1</a:t>
            </a:fld>
            <a:endParaRPr lang="en-US"/>
          </a:p>
        </p:txBody>
      </p:sp>
    </p:spTree>
    <p:extLst>
      <p:ext uri="{BB962C8B-B14F-4D97-AF65-F5344CB8AC3E}">
        <p14:creationId xmlns:p14="http://schemas.microsoft.com/office/powerpoint/2010/main" val="161938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19070-A74F-493D-A5E3-2744965C570C}"/>
              </a:ext>
            </a:extLst>
          </p:cNvPr>
          <p:cNvSpPr>
            <a:spLocks noGrp="1"/>
          </p:cNvSpPr>
          <p:nvPr>
            <p:ph type="title"/>
          </p:nvPr>
        </p:nvSpPr>
        <p:spPr/>
        <p:txBody>
          <a:bodyPr/>
          <a:lstStyle/>
          <a:p>
            <a:r>
              <a:rPr lang="en-IN" sz="2800" b="1" u="sng" strike="noStrike" spc="-1" dirty="0">
                <a:latin typeface="Times New Roman" panose="02020603050405020304" pitchFamily="18" charset="0"/>
                <a:ea typeface="Manjari"/>
                <a:cs typeface="Times New Roman" panose="02020603050405020304" pitchFamily="18" charset="0"/>
              </a:rPr>
              <a:t>Problem Statement</a:t>
            </a:r>
            <a:br>
              <a:rPr lang="en-IN" sz="4400" b="0" strike="noStrike" spc="-1" dirty="0">
                <a:latin typeface="Arial"/>
              </a:rPr>
            </a:br>
            <a:endParaRPr lang="en-IN" dirty="0"/>
          </a:p>
        </p:txBody>
      </p:sp>
      <p:sp>
        <p:nvSpPr>
          <p:cNvPr id="3" name="Content Placeholder 2">
            <a:extLst>
              <a:ext uri="{FF2B5EF4-FFF2-40B4-BE49-F238E27FC236}">
                <a16:creationId xmlns:a16="http://schemas.microsoft.com/office/drawing/2014/main" id="{1C533DD6-F3DE-49C0-97D5-F340693EAAC6}"/>
              </a:ext>
            </a:extLst>
          </p:cNvPr>
          <p:cNvSpPr>
            <a:spLocks noGrp="1"/>
          </p:cNvSpPr>
          <p:nvPr>
            <p:ph idx="1"/>
          </p:nvPr>
        </p:nvSpPr>
        <p:spPr>
          <a:xfrm>
            <a:off x="838200" y="1825625"/>
            <a:ext cx="10515600" cy="4919304"/>
          </a:xfrm>
        </p:spPr>
        <p:txBody>
          <a:bodyPr/>
          <a:lstStyle/>
          <a:p>
            <a:r>
              <a:rPr lang="en-IN" sz="2800" b="0" strike="noStrike" spc="-1" dirty="0">
                <a:solidFill>
                  <a:srgbClr val="434343"/>
                </a:solidFill>
                <a:latin typeface="Times New Roman" panose="02020603050405020304" pitchFamily="18" charset="0"/>
                <a:ea typeface="Rockwell"/>
                <a:cs typeface="Times New Roman" panose="02020603050405020304" pitchFamily="18" charset="0"/>
              </a:rPr>
              <a:t>To build a system which would provide hand hold support to users </a:t>
            </a:r>
            <a:r>
              <a:rPr lang="en-IN" spc="-1" dirty="0">
                <a:solidFill>
                  <a:srgbClr val="434343"/>
                </a:solidFill>
                <a:latin typeface="Times New Roman" panose="02020603050405020304" pitchFamily="18" charset="0"/>
                <a:ea typeface="Rockwell"/>
                <a:cs typeface="Times New Roman" panose="02020603050405020304" pitchFamily="18" charset="0"/>
              </a:rPr>
              <a:t>to detect their animal disease</a:t>
            </a:r>
            <a:r>
              <a:rPr lang="en-IN" sz="2800" b="0" strike="noStrike" spc="-1" dirty="0">
                <a:solidFill>
                  <a:srgbClr val="434343"/>
                </a:solidFill>
                <a:latin typeface="Times New Roman" panose="02020603050405020304" pitchFamily="18" charset="0"/>
                <a:ea typeface="Rockwell"/>
                <a:cs typeface="Times New Roman" panose="02020603050405020304" pitchFamily="18" charset="0"/>
              </a:rPr>
              <a:t> by analysing their symptoms using Machine Learning techniques.</a:t>
            </a:r>
            <a:endParaRPr lang="en-IN" sz="2800" b="0" strike="noStrike" spc="-1" dirty="0">
              <a:latin typeface="Times New Roman" panose="02020603050405020304" pitchFamily="18" charset="0"/>
              <a:cs typeface="Times New Roman" panose="02020603050405020304" pitchFamily="18" charset="0"/>
            </a:endParaRPr>
          </a:p>
          <a:p>
            <a:endParaRPr lang="en-IN" dirty="0"/>
          </a:p>
          <a:p>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                                                              </a:t>
            </a:r>
            <a:r>
              <a:rPr lang="en-IN" sz="1200" dirty="0"/>
              <a:t> </a:t>
            </a:r>
          </a:p>
        </p:txBody>
      </p:sp>
      <p:sp>
        <p:nvSpPr>
          <p:cNvPr id="4" name="Slide Number Placeholder 3">
            <a:extLst>
              <a:ext uri="{FF2B5EF4-FFF2-40B4-BE49-F238E27FC236}">
                <a16:creationId xmlns:a16="http://schemas.microsoft.com/office/drawing/2014/main" id="{8192E2B5-F01B-4051-8230-E4CF31A37EA4}"/>
              </a:ext>
            </a:extLst>
          </p:cNvPr>
          <p:cNvSpPr>
            <a:spLocks noGrp="1"/>
          </p:cNvSpPr>
          <p:nvPr>
            <p:ph type="sldNum" sz="quarter" idx="12"/>
          </p:nvPr>
        </p:nvSpPr>
        <p:spPr/>
        <p:txBody>
          <a:bodyPr/>
          <a:lstStyle/>
          <a:p>
            <a:fld id="{87F9202A-FD0E-4A58-A55A-175E0E9BDCC0}" type="slidenum">
              <a:rPr lang="en-US" smtClean="0"/>
              <a:t>2</a:t>
            </a:fld>
            <a:endParaRPr lang="en-US"/>
          </a:p>
        </p:txBody>
      </p:sp>
    </p:spTree>
    <p:extLst>
      <p:ext uri="{BB962C8B-B14F-4D97-AF65-F5344CB8AC3E}">
        <p14:creationId xmlns:p14="http://schemas.microsoft.com/office/powerpoint/2010/main" val="1782750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E6632-AD40-4A31-86B2-FFC4B13616FA}"/>
              </a:ext>
            </a:extLst>
          </p:cNvPr>
          <p:cNvSpPr>
            <a:spLocks noGrp="1"/>
          </p:cNvSpPr>
          <p:nvPr>
            <p:ph type="title"/>
          </p:nvPr>
        </p:nvSpPr>
        <p:spPr>
          <a:xfrm>
            <a:off x="2304660" y="365125"/>
            <a:ext cx="6904653" cy="1325563"/>
          </a:xfrm>
        </p:spPr>
        <p:txBody>
          <a:bodyPr/>
          <a:lstStyle/>
          <a:p>
            <a:r>
              <a:rPr lang="en-IN" dirty="0"/>
              <a:t>                 </a:t>
            </a:r>
            <a:r>
              <a:rPr lang="en-IN" sz="2800" b="1" u="sng" dirty="0">
                <a:latin typeface="Times New Roman" panose="02020603050405020304" pitchFamily="18" charset="0"/>
                <a:cs typeface="Times New Roman" panose="02020603050405020304" pitchFamily="18" charset="0"/>
              </a:rPr>
              <a:t>MOTIVATION</a:t>
            </a:r>
          </a:p>
        </p:txBody>
      </p:sp>
      <p:sp>
        <p:nvSpPr>
          <p:cNvPr id="3" name="Content Placeholder 2">
            <a:extLst>
              <a:ext uri="{FF2B5EF4-FFF2-40B4-BE49-F238E27FC236}">
                <a16:creationId xmlns:a16="http://schemas.microsoft.com/office/drawing/2014/main" id="{5F5C0096-C1B8-4C16-8325-2BFA0BF64C85}"/>
              </a:ext>
            </a:extLst>
          </p:cNvPr>
          <p:cNvSpPr>
            <a:spLocks noGrp="1"/>
          </p:cNvSpPr>
          <p:nvPr>
            <p:ph idx="1"/>
          </p:nvPr>
        </p:nvSpPr>
        <p:spPr>
          <a:xfrm>
            <a:off x="838200" y="1825624"/>
            <a:ext cx="11284974" cy="5032375"/>
          </a:xfrm>
        </p:spPr>
        <p:txBody>
          <a:bodyPr>
            <a:normAutofit/>
          </a:bodyPr>
          <a:lstStyle/>
          <a:p>
            <a:pPr>
              <a:lnSpc>
                <a:spcPct val="100000"/>
              </a:lnSpc>
              <a:buClr>
                <a:schemeClr val="tx1"/>
              </a:buClr>
              <a:buSzPct val="60000"/>
            </a:pPr>
            <a:r>
              <a:rPr lang="en-US" sz="2400" b="0" strike="noStrike" spc="-1" dirty="0">
                <a:solidFill>
                  <a:srgbClr val="434343"/>
                </a:solidFill>
                <a:latin typeface="Roboto"/>
                <a:ea typeface="Roboto"/>
              </a:rPr>
              <a:t>In </a:t>
            </a:r>
            <a:r>
              <a:rPr lang="en-US" sz="2400" spc="-1" dirty="0">
                <a:solidFill>
                  <a:srgbClr val="434343"/>
                </a:solidFill>
                <a:latin typeface="Roboto"/>
                <a:ea typeface="Roboto"/>
              </a:rPr>
              <a:t>Rural regions s</a:t>
            </a:r>
            <a:r>
              <a:rPr lang="en-US" sz="2400" b="0" strike="noStrike" spc="-1" dirty="0">
                <a:solidFill>
                  <a:srgbClr val="434343"/>
                </a:solidFill>
                <a:latin typeface="Roboto"/>
                <a:ea typeface="Roboto"/>
              </a:rPr>
              <a:t>ometimes we need the help of doctors, but due to lack of basic medical facilities  people choose to ignore it or sometimes they may overvalue it. But it might lead to some serious concerns.</a:t>
            </a:r>
            <a:endParaRPr lang="en-US" sz="2400" b="0" strike="noStrike" spc="-1" dirty="0">
              <a:latin typeface="Arial"/>
            </a:endParaRPr>
          </a:p>
          <a:p>
            <a:pPr>
              <a:lnSpc>
                <a:spcPct val="100000"/>
              </a:lnSpc>
              <a:buClr>
                <a:schemeClr val="tx1"/>
              </a:buClr>
              <a:buSzPct val="60000"/>
            </a:pPr>
            <a:r>
              <a:rPr lang="en-US" sz="2400" b="0" strike="noStrike" spc="-1" dirty="0">
                <a:solidFill>
                  <a:srgbClr val="434343"/>
                </a:solidFill>
                <a:latin typeface="Roboto"/>
                <a:ea typeface="Roboto"/>
              </a:rPr>
              <a:t>In rural areas, doctors are available but they are not specialists, so they may not give a thought to considering seriousness of disease.</a:t>
            </a:r>
            <a:endParaRPr lang="en-US" sz="2400" b="0" strike="noStrike" spc="-1" dirty="0">
              <a:solidFill>
                <a:srgbClr val="434343"/>
              </a:solidFill>
              <a:latin typeface="Roboto"/>
            </a:endParaRPr>
          </a:p>
          <a:p>
            <a:pPr>
              <a:lnSpc>
                <a:spcPct val="100000"/>
              </a:lnSpc>
              <a:buClr>
                <a:schemeClr val="tx1"/>
              </a:buClr>
              <a:buSzPct val="60000"/>
            </a:pPr>
            <a:r>
              <a:rPr lang="en-US" sz="2400" b="0" strike="noStrike" spc="-1" dirty="0">
                <a:solidFill>
                  <a:srgbClr val="434343"/>
                </a:solidFill>
                <a:latin typeface="Roboto"/>
                <a:ea typeface="Roboto"/>
              </a:rPr>
              <a:t>There isn’t any existing system which can predict or detect the animal disease by just using their symptoms.</a:t>
            </a:r>
            <a:endParaRPr lang="en-US" sz="2400" b="0" strike="noStrike" spc="-1" dirty="0">
              <a:latin typeface="Arial"/>
            </a:endParaRPr>
          </a:p>
          <a:p>
            <a:pPr>
              <a:lnSpc>
                <a:spcPct val="100000"/>
              </a:lnSpc>
              <a:buClr>
                <a:schemeClr val="tx1"/>
              </a:buClr>
              <a:buSzPct val="60000"/>
            </a:pPr>
            <a:r>
              <a:rPr lang="en-US" sz="2400" spc="-1" dirty="0">
                <a:solidFill>
                  <a:srgbClr val="434343"/>
                </a:solidFill>
                <a:latin typeface="Roboto"/>
              </a:rPr>
              <a:t>Our proposed system will really helps farmers through different aspects.       </a:t>
            </a:r>
            <a:endParaRPr lang="en-US" sz="2400" b="0" strike="noStrike" spc="-1" dirty="0">
              <a:latin typeface="Arial"/>
            </a:endParaRPr>
          </a:p>
          <a:p>
            <a:endParaRPr lang="en-IN" dirty="0"/>
          </a:p>
          <a:p>
            <a:pPr marL="0" indent="0">
              <a:buNone/>
            </a:pPr>
            <a:endParaRPr lang="en-IN" dirty="0"/>
          </a:p>
          <a:p>
            <a:pPr marL="0" indent="0">
              <a:buNone/>
            </a:pPr>
            <a:r>
              <a:rPr lang="en-IN" dirty="0"/>
              <a:t>                                                           </a:t>
            </a:r>
            <a:endParaRPr lang="en-IN" sz="16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EB146C7-E8CC-48D4-840C-A79D1B11C0D6}"/>
              </a:ext>
            </a:extLst>
          </p:cNvPr>
          <p:cNvSpPr>
            <a:spLocks noGrp="1"/>
          </p:cNvSpPr>
          <p:nvPr>
            <p:ph type="sldNum" sz="quarter" idx="12"/>
          </p:nvPr>
        </p:nvSpPr>
        <p:spPr/>
        <p:txBody>
          <a:bodyPr/>
          <a:lstStyle/>
          <a:p>
            <a:fld id="{87F9202A-FD0E-4A58-A55A-175E0E9BDCC0}" type="slidenum">
              <a:rPr lang="en-US" smtClean="0"/>
              <a:t>3</a:t>
            </a:fld>
            <a:endParaRPr lang="en-US"/>
          </a:p>
        </p:txBody>
      </p:sp>
    </p:spTree>
    <p:extLst>
      <p:ext uri="{BB962C8B-B14F-4D97-AF65-F5344CB8AC3E}">
        <p14:creationId xmlns:p14="http://schemas.microsoft.com/office/powerpoint/2010/main" val="316127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6469"/>
            <a:ext cx="9407013" cy="1325563"/>
          </a:xfrm>
        </p:spPr>
        <p:txBody>
          <a:bodyPr>
            <a:normAutofit/>
          </a:bodyPr>
          <a:lstStyle/>
          <a:p>
            <a:pPr algn="ctr"/>
            <a:r>
              <a:rPr lang="en-US" sz="2400" b="1" u="sng" dirty="0">
                <a:latin typeface="Times New Roman" panose="02020603050405020304" pitchFamily="18" charset="0"/>
                <a:cs typeface="Times New Roman" panose="02020603050405020304" pitchFamily="18" charset="0"/>
              </a:rPr>
              <a:t>LITERATURE SURVEY</a:t>
            </a:r>
          </a:p>
        </p:txBody>
      </p:sp>
      <p:sp>
        <p:nvSpPr>
          <p:cNvPr id="3" name="Content Placeholder 2"/>
          <p:cNvSpPr>
            <a:spLocks noGrp="1"/>
          </p:cNvSpPr>
          <p:nvPr>
            <p:ph idx="1"/>
          </p:nvPr>
        </p:nvSpPr>
        <p:spPr>
          <a:xfrm>
            <a:off x="115680" y="1419102"/>
            <a:ext cx="11784563" cy="5188169"/>
          </a:xfrm>
        </p:spPr>
        <p:txBody>
          <a:bodyPr>
            <a:normAutofit/>
          </a:bodyPr>
          <a:lstStyle/>
          <a:p>
            <a:pPr marL="0" indent="0">
              <a:buNone/>
            </a:pPr>
            <a:r>
              <a:rPr lang="en-US" sz="1200" b="1" dirty="0">
                <a:latin typeface="Rockwell" panose="02060603020205020403" pitchFamily="18" charset="0"/>
              </a:rPr>
              <a:t>              </a:t>
            </a:r>
            <a:r>
              <a:rPr lang="en-US" sz="1400" b="1" dirty="0">
                <a:latin typeface="Rockwell" panose="02060603020205020403" pitchFamily="18" charset="0"/>
              </a:rPr>
              <a:t>Paper Name                                      Advantages                                                                                  Disadvantages                                                                                                                                </a:t>
            </a:r>
          </a:p>
          <a:p>
            <a:pPr marL="0" indent="0">
              <a:lnSpc>
                <a:spcPct val="100000"/>
              </a:lnSpc>
              <a:buNone/>
            </a:pPr>
            <a:endParaRPr lang="en-US" sz="1400" dirty="0">
              <a:latin typeface="Times New Roman" panose="02020603050405020304" pitchFamily="18" charset="0"/>
              <a:cs typeface="Times New Roman" panose="02020603050405020304" pitchFamily="18" charset="0"/>
            </a:endParaRPr>
          </a:p>
          <a:p>
            <a:pPr marL="0" indent="0">
              <a:lnSpc>
                <a:spcPct val="100000"/>
              </a:lnSpc>
              <a:buNone/>
            </a:pPr>
            <a:r>
              <a:rPr lang="en-US" sz="1400" dirty="0">
                <a:latin typeface="Times New Roman" panose="02020603050405020304" pitchFamily="18" charset="0"/>
                <a:cs typeface="Times New Roman" panose="02020603050405020304" pitchFamily="18" charset="0"/>
              </a:rPr>
              <a:t>Multi-criterion Disease Detection               Able to detect canine disease correctly .                   </a:t>
            </a:r>
            <a:r>
              <a:rPr lang="en-US" sz="1400" dirty="0" err="1">
                <a:latin typeface="Times New Roman" panose="02020603050405020304" pitchFamily="18" charset="0"/>
                <a:cs typeface="Times New Roman" panose="02020603050405020304" pitchFamily="18" charset="0"/>
              </a:rPr>
              <a:t>focussing</a:t>
            </a:r>
            <a:r>
              <a:rPr lang="en-US" sz="1400" dirty="0">
                <a:latin typeface="Times New Roman" panose="02020603050405020304" pitchFamily="18" charset="0"/>
                <a:cs typeface="Times New Roman" panose="02020603050405020304" pitchFamily="18" charset="0"/>
              </a:rPr>
              <a:t> on a </a:t>
            </a:r>
            <a:r>
              <a:rPr lang="en-US" sz="1400" dirty="0" err="1">
                <a:latin typeface="Times New Roman" panose="02020603050405020304" pitchFamily="18" charset="0"/>
                <a:cs typeface="Times New Roman" panose="02020603050405020304" pitchFamily="18" charset="0"/>
              </a:rPr>
              <a:t>particulare</a:t>
            </a:r>
            <a:r>
              <a:rPr lang="en-US" sz="1400" dirty="0">
                <a:latin typeface="Times New Roman" panose="02020603050405020304" pitchFamily="18" charset="0"/>
                <a:cs typeface="Times New Roman" panose="02020603050405020304" pitchFamily="18" charset="0"/>
              </a:rPr>
              <a:t> animal.</a:t>
            </a:r>
          </a:p>
          <a:p>
            <a:pPr marL="0" indent="0">
              <a:lnSpc>
                <a:spcPct val="100000"/>
              </a:lnSpc>
              <a:buNone/>
            </a:pPr>
            <a:r>
              <a:rPr lang="en-US" sz="1400" dirty="0">
                <a:latin typeface="Times New Roman" panose="02020603050405020304" pitchFamily="18" charset="0"/>
                <a:cs typeface="Times New Roman" panose="02020603050405020304" pitchFamily="18" charset="0"/>
              </a:rPr>
              <a:t>    Using Machine Learning.(2019)                                                                                                      </a:t>
            </a:r>
          </a:p>
          <a:p>
            <a:pPr marL="0" indent="0">
              <a:buNone/>
            </a:pPr>
            <a:r>
              <a:rPr lang="en-US" sz="1400" dirty="0">
                <a:latin typeface="Times New Roman" panose="02020603050405020304" pitchFamily="18" charset="0"/>
                <a:cs typeface="Times New Roman" panose="02020603050405020304" pitchFamily="18" charset="0"/>
              </a:rPr>
              <a:t> </a:t>
            </a:r>
          </a:p>
          <a:p>
            <a:pPr marL="0" indent="0">
              <a:buNone/>
            </a:pPr>
            <a:r>
              <a:rPr lang="en-US" sz="1400" dirty="0">
                <a:latin typeface="Times New Roman" panose="02020603050405020304" pitchFamily="18" charset="0"/>
                <a:cs typeface="Times New Roman" panose="02020603050405020304" pitchFamily="18" charset="0"/>
              </a:rPr>
              <a:t>A Machine learning Approach to                  High Performance and accuracy rate                     Detection is not   possible at an early stage</a:t>
            </a:r>
          </a:p>
          <a:p>
            <a:pPr marL="0" indent="0">
              <a:buNone/>
            </a:pPr>
            <a:r>
              <a:rPr lang="en-US" sz="1400" dirty="0">
                <a:latin typeface="Times New Roman" panose="02020603050405020304" pitchFamily="18" charset="0"/>
                <a:cs typeface="Times New Roman" panose="02020603050405020304" pitchFamily="18" charset="0"/>
              </a:rPr>
              <a:t>Automated Gait Analysis for the</a:t>
            </a:r>
          </a:p>
          <a:p>
            <a:pPr marL="0" indent="0">
              <a:buNone/>
            </a:pPr>
            <a:r>
              <a:rPr lang="en-US" sz="1400" dirty="0" err="1">
                <a:latin typeface="Times New Roman" panose="02020603050405020304" pitchFamily="18" charset="0"/>
                <a:cs typeface="Times New Roman" panose="02020603050405020304" pitchFamily="18" charset="0"/>
              </a:rPr>
              <a:t>noldus</a:t>
            </a:r>
            <a:r>
              <a:rPr lang="en-US" sz="1400" dirty="0">
                <a:latin typeface="Times New Roman" panose="02020603050405020304" pitchFamily="18" charset="0"/>
                <a:cs typeface="Times New Roman" panose="02020603050405020304" pitchFamily="18" charset="0"/>
              </a:rPr>
              <a:t> catwalk System.(2018)                                                                                                                                                 </a:t>
            </a:r>
          </a:p>
          <a:p>
            <a:pPr marL="0" indent="0">
              <a:buNone/>
            </a:pPr>
            <a:r>
              <a:rPr lang="en-US" sz="1400" dirty="0">
                <a:latin typeface="Times New Roman" panose="02020603050405020304" pitchFamily="18" charset="0"/>
                <a:cs typeface="Times New Roman" panose="02020603050405020304" pitchFamily="18" charset="0"/>
              </a:rPr>
              <a:t>   </a:t>
            </a:r>
          </a:p>
          <a:p>
            <a:pPr marL="0" indent="0">
              <a:buNone/>
            </a:pPr>
            <a:r>
              <a:rPr lang="en-US" sz="1400" dirty="0">
                <a:latin typeface="Times New Roman" panose="02020603050405020304" pitchFamily="18" charset="0"/>
                <a:cs typeface="Times New Roman" panose="02020603050405020304" pitchFamily="18" charset="0"/>
              </a:rPr>
              <a:t>A modelling of animal disease                      Easy to use                                                           In the given system </a:t>
            </a:r>
            <a:r>
              <a:rPr lang="en-US" sz="1400" dirty="0" err="1">
                <a:latin typeface="Times New Roman" panose="02020603050405020304" pitchFamily="18" charset="0"/>
                <a:cs typeface="Times New Roman" panose="02020603050405020304" pitchFamily="18" charset="0"/>
              </a:rPr>
              <a:t>practicle</a:t>
            </a:r>
            <a:r>
              <a:rPr lang="en-US" sz="1400" dirty="0">
                <a:latin typeface="Times New Roman" panose="02020603050405020304" pitchFamily="18" charset="0"/>
                <a:cs typeface="Times New Roman" panose="02020603050405020304" pitchFamily="18" charset="0"/>
              </a:rPr>
              <a:t> use of  various collected </a:t>
            </a:r>
          </a:p>
          <a:p>
            <a:pPr marL="0" indent="0">
              <a:buNone/>
            </a:pPr>
            <a:r>
              <a:rPr lang="en-US" sz="1400" dirty="0">
                <a:latin typeface="Times New Roman" panose="02020603050405020304" pitchFamily="18" charset="0"/>
                <a:cs typeface="Times New Roman" panose="02020603050405020304" pitchFamily="18" charset="0"/>
              </a:rPr>
              <a:t>using artificial neural network.(2018)           Disease get detected at  an early Stage                 data is time consuming.</a:t>
            </a:r>
          </a:p>
          <a:p>
            <a:pPr marL="0" indent="0">
              <a:buNone/>
            </a:pPr>
            <a:r>
              <a:rPr lang="en-US" sz="1400" dirty="0">
                <a:latin typeface="Times New Roman" panose="02020603050405020304" pitchFamily="18" charset="0"/>
                <a:cs typeface="Times New Roman" panose="02020603050405020304" pitchFamily="18" charset="0"/>
              </a:rPr>
              <a:t>                                                                                                                       </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                                                                                      </a:t>
            </a:r>
          </a:p>
          <a:p>
            <a:pPr marL="0" indent="0">
              <a:buNone/>
            </a:pPr>
            <a:r>
              <a:rPr lang="en-US" sz="1400" dirty="0">
                <a:latin typeface="Times New Roman" panose="02020603050405020304" pitchFamily="18" charset="0"/>
                <a:cs typeface="Times New Roman" panose="02020603050405020304" pitchFamily="18" charset="0"/>
              </a:rPr>
              <a:t>                                                                                                                                                                                                    </a:t>
            </a:r>
          </a:p>
        </p:txBody>
      </p:sp>
      <p:cxnSp>
        <p:nvCxnSpPr>
          <p:cNvPr id="14" name="Straight Connector 13">
            <a:extLst>
              <a:ext uri="{FF2B5EF4-FFF2-40B4-BE49-F238E27FC236}">
                <a16:creationId xmlns:a16="http://schemas.microsoft.com/office/drawing/2014/main" id="{B178E7BD-5602-450B-A2E3-CBE84B4D9183}"/>
              </a:ext>
            </a:extLst>
          </p:cNvPr>
          <p:cNvCxnSpPr>
            <a:cxnSpLocks/>
          </p:cNvCxnSpPr>
          <p:nvPr/>
        </p:nvCxnSpPr>
        <p:spPr>
          <a:xfrm>
            <a:off x="242595" y="6607278"/>
            <a:ext cx="10287753" cy="0"/>
          </a:xfrm>
          <a:prstGeom prst="line">
            <a:avLst/>
          </a:prstGeom>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198C6AB9-EC3A-4CF6-A451-6092068A5DB0}"/>
              </a:ext>
            </a:extLst>
          </p:cNvPr>
          <p:cNvCxnSpPr>
            <a:cxnSpLocks/>
          </p:cNvCxnSpPr>
          <p:nvPr/>
        </p:nvCxnSpPr>
        <p:spPr>
          <a:xfrm>
            <a:off x="115680" y="1307690"/>
            <a:ext cx="10493326"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9D8DECF6-C3BC-40BE-9E9A-DBC6495E1A7F}"/>
              </a:ext>
            </a:extLst>
          </p:cNvPr>
          <p:cNvCxnSpPr/>
          <p:nvPr/>
        </p:nvCxnSpPr>
        <p:spPr>
          <a:xfrm>
            <a:off x="3126658" y="1327355"/>
            <a:ext cx="0" cy="4336026"/>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B274F571-CAEB-421F-9711-8EF76752938B}"/>
              </a:ext>
            </a:extLst>
          </p:cNvPr>
          <p:cNvCxnSpPr>
            <a:cxnSpLocks/>
          </p:cNvCxnSpPr>
          <p:nvPr/>
        </p:nvCxnSpPr>
        <p:spPr>
          <a:xfrm>
            <a:off x="115680" y="1307690"/>
            <a:ext cx="0" cy="4355691"/>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75B55782-3211-4FF8-AAD0-A3B01E88E43E}"/>
              </a:ext>
            </a:extLst>
          </p:cNvPr>
          <p:cNvCxnSpPr>
            <a:cxnSpLocks/>
          </p:cNvCxnSpPr>
          <p:nvPr/>
        </p:nvCxnSpPr>
        <p:spPr>
          <a:xfrm>
            <a:off x="6646607" y="1327355"/>
            <a:ext cx="0" cy="4336026"/>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E7FAE12D-B904-477D-B972-0B3287FF3327}"/>
              </a:ext>
            </a:extLst>
          </p:cNvPr>
          <p:cNvCxnSpPr>
            <a:cxnSpLocks/>
          </p:cNvCxnSpPr>
          <p:nvPr/>
        </p:nvCxnSpPr>
        <p:spPr>
          <a:xfrm>
            <a:off x="115680" y="1730477"/>
            <a:ext cx="10493326"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C9E60E36-41BE-483D-927D-4484C95B04B0}"/>
              </a:ext>
            </a:extLst>
          </p:cNvPr>
          <p:cNvCxnSpPr>
            <a:cxnSpLocks/>
          </p:cNvCxnSpPr>
          <p:nvPr/>
        </p:nvCxnSpPr>
        <p:spPr>
          <a:xfrm>
            <a:off x="115680" y="5663381"/>
            <a:ext cx="10493326"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108F0855-DC9E-44A6-9799-4B70A7BA142A}"/>
              </a:ext>
            </a:extLst>
          </p:cNvPr>
          <p:cNvCxnSpPr>
            <a:cxnSpLocks/>
          </p:cNvCxnSpPr>
          <p:nvPr/>
        </p:nvCxnSpPr>
        <p:spPr>
          <a:xfrm>
            <a:off x="10609006" y="1327355"/>
            <a:ext cx="0" cy="4336026"/>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33194354-94E4-4FD4-968C-9BD837F170F3}"/>
              </a:ext>
            </a:extLst>
          </p:cNvPr>
          <p:cNvCxnSpPr>
            <a:cxnSpLocks/>
          </p:cNvCxnSpPr>
          <p:nvPr/>
        </p:nvCxnSpPr>
        <p:spPr>
          <a:xfrm>
            <a:off x="115680" y="2802194"/>
            <a:ext cx="10493326"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915B268A-7A0E-4159-A6D4-FF933AAB966E}"/>
              </a:ext>
            </a:extLst>
          </p:cNvPr>
          <p:cNvCxnSpPr/>
          <p:nvPr/>
        </p:nvCxnSpPr>
        <p:spPr>
          <a:xfrm>
            <a:off x="115680" y="4041058"/>
            <a:ext cx="10493326"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
        <p:nvSpPr>
          <p:cNvPr id="38" name="Slide Number Placeholder 37">
            <a:extLst>
              <a:ext uri="{FF2B5EF4-FFF2-40B4-BE49-F238E27FC236}">
                <a16:creationId xmlns:a16="http://schemas.microsoft.com/office/drawing/2014/main" id="{BD9F635B-13D1-4043-9F40-0CD4FCC45B19}"/>
              </a:ext>
            </a:extLst>
          </p:cNvPr>
          <p:cNvSpPr>
            <a:spLocks noGrp="1"/>
          </p:cNvSpPr>
          <p:nvPr>
            <p:ph type="sldNum" sz="quarter" idx="12"/>
          </p:nvPr>
        </p:nvSpPr>
        <p:spPr/>
        <p:txBody>
          <a:bodyPr/>
          <a:lstStyle/>
          <a:p>
            <a:fld id="{87F9202A-FD0E-4A58-A55A-175E0E9BDCC0}" type="slidenum">
              <a:rPr lang="en-US" smtClean="0"/>
              <a:t>4</a:t>
            </a:fld>
            <a:endParaRPr lang="en-US"/>
          </a:p>
        </p:txBody>
      </p:sp>
    </p:spTree>
    <p:extLst>
      <p:ext uri="{BB962C8B-B14F-4D97-AF65-F5344CB8AC3E}">
        <p14:creationId xmlns:p14="http://schemas.microsoft.com/office/powerpoint/2010/main" val="1159429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3567" y="365125"/>
            <a:ext cx="8378890" cy="1325563"/>
          </a:xfrm>
        </p:spPr>
        <p:txBody>
          <a:bodyPr>
            <a:normAutofit/>
          </a:bodyPr>
          <a:lstStyle/>
          <a:p>
            <a:pPr algn="ctr"/>
            <a:r>
              <a:rPr lang="en-US" sz="2800" b="1" u="sng" dirty="0">
                <a:latin typeface="Times New Roman" panose="02020603050405020304" pitchFamily="18" charset="0"/>
                <a:cs typeface="Times New Roman" panose="02020603050405020304" pitchFamily="18" charset="0"/>
              </a:rPr>
              <a:t>PROPOSED SYSTEM</a:t>
            </a:r>
          </a:p>
        </p:txBody>
      </p:sp>
      <p:sp>
        <p:nvSpPr>
          <p:cNvPr id="3" name="Content Placeholder 2"/>
          <p:cNvSpPr>
            <a:spLocks noGrp="1"/>
          </p:cNvSpPr>
          <p:nvPr>
            <p:ph idx="1"/>
          </p:nvPr>
        </p:nvSpPr>
        <p:spPr>
          <a:xfrm>
            <a:off x="838200" y="1825625"/>
            <a:ext cx="10515600" cy="4919304"/>
          </a:xfrm>
        </p:spPr>
        <p:txBody>
          <a:bodyPr>
            <a:normAutofit/>
          </a:bodyPr>
          <a:lstStyle/>
          <a:p>
            <a:pPr marL="0" indent="0">
              <a:buNone/>
            </a:pPr>
            <a:r>
              <a:rPr lang="en-US" dirty="0"/>
              <a:t>• The proposed system acts as a decision support system That will help users to get information about diseases easily.</a:t>
            </a:r>
          </a:p>
          <a:p>
            <a:pPr marL="0" indent="0">
              <a:buNone/>
            </a:pPr>
            <a:r>
              <a:rPr lang="en-US" dirty="0"/>
              <a:t>• The algorithm Random Forest Making Decision based on training data.</a:t>
            </a:r>
          </a:p>
          <a:p>
            <a:pPr marL="0" indent="0">
              <a:buNone/>
            </a:pPr>
            <a:r>
              <a:rPr lang="en-US" dirty="0"/>
              <a:t>•It will predicate most accurate result and possible precautions , information about diseases and nearby information of nearby doctors.</a:t>
            </a:r>
          </a:p>
          <a:p>
            <a:pPr marL="0" indent="0">
              <a:buNone/>
            </a:pPr>
            <a:r>
              <a:rPr lang="en-US" dirty="0"/>
              <a:t>     </a:t>
            </a:r>
          </a:p>
          <a:p>
            <a:pPr marL="0" indent="0">
              <a:buNone/>
            </a:pPr>
            <a:endParaRPr lang="en-US" dirty="0"/>
          </a:p>
          <a:p>
            <a:pPr marL="0" indent="0">
              <a:buNone/>
            </a:pPr>
            <a:endParaRPr lang="en-US" dirty="0"/>
          </a:p>
          <a:p>
            <a:pPr marL="0" indent="0">
              <a:buNone/>
            </a:pPr>
            <a:r>
              <a:rPr lang="en-US" dirty="0"/>
              <a:t>                                                               </a:t>
            </a:r>
            <a:endParaRPr lang="en-US" sz="1400"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DC6F7A8F-B998-48AE-A6BD-54EAF2A69CEA}"/>
              </a:ext>
            </a:extLst>
          </p:cNvPr>
          <p:cNvSpPr>
            <a:spLocks noGrp="1"/>
          </p:cNvSpPr>
          <p:nvPr>
            <p:ph type="sldNum" sz="quarter" idx="12"/>
          </p:nvPr>
        </p:nvSpPr>
        <p:spPr/>
        <p:txBody>
          <a:bodyPr/>
          <a:lstStyle/>
          <a:p>
            <a:fld id="{87F9202A-FD0E-4A58-A55A-175E0E9BDCC0}" type="slidenum">
              <a:rPr lang="en-US" smtClean="0"/>
              <a:t>5</a:t>
            </a:fld>
            <a:endParaRPr lang="en-US"/>
          </a:p>
        </p:txBody>
      </p:sp>
    </p:spTree>
    <p:extLst>
      <p:ext uri="{BB962C8B-B14F-4D97-AF65-F5344CB8AC3E}">
        <p14:creationId xmlns:p14="http://schemas.microsoft.com/office/powerpoint/2010/main" val="336245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9" name="TextShape 1"/>
          <p:cNvSpPr txBox="1"/>
          <p:nvPr/>
        </p:nvSpPr>
        <p:spPr>
          <a:xfrm>
            <a:off x="954051" y="671792"/>
            <a:ext cx="6189383" cy="767763"/>
          </a:xfrm>
          <a:prstGeom prst="rect">
            <a:avLst/>
          </a:prstGeom>
          <a:noFill/>
          <a:ln>
            <a:noFill/>
          </a:ln>
        </p:spPr>
        <p:txBody>
          <a:bodyPr tIns="121882" bIns="121882" anchor="ctr"/>
          <a:lstStyle/>
          <a:p>
            <a:pPr>
              <a:lnSpc>
                <a:spcPct val="100000"/>
              </a:lnSpc>
            </a:pPr>
            <a:r>
              <a:rPr lang="en-IN" sz="3200" b="1" spc="-1" dirty="0">
                <a:latin typeface="Times New Roman" panose="02020603050405020304" pitchFamily="18" charset="0"/>
                <a:cs typeface="Times New Roman" panose="02020603050405020304" pitchFamily="18" charset="0"/>
              </a:rPr>
              <a:t>Research Gap</a:t>
            </a:r>
          </a:p>
        </p:txBody>
      </p:sp>
      <p:sp>
        <p:nvSpPr>
          <p:cNvPr id="1320" name="TextShape 2"/>
          <p:cNvSpPr txBox="1"/>
          <p:nvPr/>
        </p:nvSpPr>
        <p:spPr>
          <a:xfrm>
            <a:off x="1057555" y="1631496"/>
            <a:ext cx="10844653" cy="5086430"/>
          </a:xfrm>
          <a:prstGeom prst="rect">
            <a:avLst/>
          </a:prstGeom>
          <a:noFill/>
          <a:ln>
            <a:noFill/>
          </a:ln>
        </p:spPr>
        <p:txBody>
          <a:bodyPr tIns="121882" bIns="121882"/>
          <a:lstStyle/>
          <a:p>
            <a:pPr marL="287906" indent="-287906">
              <a:buClr>
                <a:srgbClr val="000000"/>
              </a:buClr>
              <a:buSzPct val="45000"/>
              <a:buFont typeface="Wingdings" charset="2"/>
              <a:buChar char=""/>
            </a:pPr>
            <a:r>
              <a:rPr lang="en-IN" sz="2133" spc="-1" dirty="0">
                <a:solidFill>
                  <a:srgbClr val="434343"/>
                </a:solidFill>
                <a:latin typeface="Roboto"/>
                <a:ea typeface="Roboto"/>
              </a:rPr>
              <a:t>The accuracies of various algorithms which are in use are :</a:t>
            </a:r>
            <a:endParaRPr lang="en-IN" sz="2133" spc="-1" dirty="0">
              <a:latin typeface="Arial"/>
            </a:endParaRPr>
          </a:p>
          <a:p>
            <a:pPr marL="287906" indent="-287906">
              <a:buClr>
                <a:srgbClr val="000000"/>
              </a:buClr>
              <a:buSzPct val="45000"/>
            </a:pPr>
            <a:br>
              <a:rPr sz="2399" dirty="0"/>
            </a:br>
            <a:br>
              <a:rPr sz="2399" dirty="0"/>
            </a:br>
            <a:br>
              <a:rPr sz="2399" dirty="0"/>
            </a:br>
            <a:br>
              <a:rPr sz="2399" dirty="0"/>
            </a:br>
            <a:br>
              <a:rPr sz="2399" dirty="0"/>
            </a:br>
            <a:br>
              <a:rPr sz="2399" dirty="0"/>
            </a:br>
            <a:br>
              <a:rPr sz="2399" dirty="0"/>
            </a:br>
            <a:r>
              <a:rPr lang="en-IN" sz="2133" spc="-1" dirty="0">
                <a:solidFill>
                  <a:srgbClr val="434343"/>
                </a:solidFill>
                <a:latin typeface="Roboto"/>
                <a:ea typeface="Roboto"/>
              </a:rPr>
              <a:t>these </a:t>
            </a:r>
            <a:r>
              <a:rPr lang="en-IN" sz="2133" spc="-1" dirty="0" err="1">
                <a:solidFill>
                  <a:srgbClr val="434343"/>
                </a:solidFill>
                <a:latin typeface="Roboto"/>
                <a:ea typeface="Roboto"/>
              </a:rPr>
              <a:t>resultss</a:t>
            </a:r>
            <a:r>
              <a:rPr lang="en-IN" sz="2133" spc="-1" dirty="0">
                <a:solidFill>
                  <a:srgbClr val="434343"/>
                </a:solidFill>
                <a:latin typeface="Roboto"/>
                <a:ea typeface="Roboto"/>
              </a:rPr>
              <a:t> can be improved by significant amount by introducing dependency.</a:t>
            </a:r>
            <a:br>
              <a:rPr sz="2399" dirty="0"/>
            </a:br>
            <a:endParaRPr lang="en-IN" sz="2133" spc="-1" dirty="0">
              <a:latin typeface="Arial"/>
            </a:endParaRPr>
          </a:p>
          <a:p>
            <a:pPr marL="287906" indent="-287906">
              <a:buClr>
                <a:srgbClr val="000000"/>
              </a:buClr>
              <a:buSzPct val="45000"/>
              <a:buFont typeface="Wingdings" charset="2"/>
              <a:buChar char=""/>
            </a:pPr>
            <a:r>
              <a:rPr lang="en-IN" sz="2133" spc="-1">
                <a:solidFill>
                  <a:srgbClr val="434343"/>
                </a:solidFill>
                <a:latin typeface="Roboto"/>
                <a:ea typeface="Roboto"/>
              </a:rPr>
              <a:t>The results </a:t>
            </a:r>
            <a:r>
              <a:rPr lang="en-IN" sz="2133" spc="-1" dirty="0">
                <a:solidFill>
                  <a:srgbClr val="434343"/>
                </a:solidFill>
                <a:latin typeface="Roboto"/>
                <a:ea typeface="Roboto"/>
              </a:rPr>
              <a:t>can also be improved by continuous updates based on verified user’s logs.</a:t>
            </a:r>
          </a:p>
          <a:p>
            <a:pPr marL="287906" indent="-287906">
              <a:buClr>
                <a:srgbClr val="000000"/>
              </a:buClr>
              <a:buSzPct val="45000"/>
              <a:buFont typeface="Wingdings" charset="2"/>
              <a:buChar char=""/>
            </a:pPr>
            <a:endParaRPr lang="en-IN" sz="2133" spc="-1" dirty="0">
              <a:solidFill>
                <a:srgbClr val="434343"/>
              </a:solidFill>
              <a:latin typeface="Roboto"/>
              <a:ea typeface="Roboto"/>
            </a:endParaRPr>
          </a:p>
          <a:p>
            <a:pPr marL="287906" indent="-287906">
              <a:buClr>
                <a:srgbClr val="000000"/>
              </a:buClr>
              <a:buSzPct val="45000"/>
              <a:buFont typeface="Wingdings" charset="2"/>
              <a:buChar char=""/>
            </a:pPr>
            <a:endParaRPr lang="en-IN" sz="2133" spc="-1" dirty="0">
              <a:solidFill>
                <a:srgbClr val="434343"/>
              </a:solidFill>
              <a:latin typeface="Roboto"/>
              <a:ea typeface="Roboto"/>
            </a:endParaRPr>
          </a:p>
          <a:p>
            <a:pPr>
              <a:buClr>
                <a:srgbClr val="000000"/>
              </a:buClr>
              <a:buSzPct val="45000"/>
            </a:pPr>
            <a:r>
              <a:rPr lang="en-IN" sz="2133" spc="-1" dirty="0">
                <a:solidFill>
                  <a:srgbClr val="434343"/>
                </a:solidFill>
                <a:latin typeface="Roboto"/>
                <a:ea typeface="Roboto"/>
              </a:rPr>
              <a:t>                                                                            </a:t>
            </a:r>
            <a:r>
              <a:rPr lang="en-IN" sz="1400" spc="-1" dirty="0">
                <a:solidFill>
                  <a:srgbClr val="434343"/>
                </a:solidFill>
                <a:latin typeface="Times New Roman" panose="02020603050405020304" pitchFamily="18" charset="0"/>
                <a:ea typeface="Roboto"/>
                <a:cs typeface="Times New Roman" panose="02020603050405020304" pitchFamily="18" charset="0"/>
              </a:rPr>
              <a:t> </a:t>
            </a:r>
            <a:endParaRPr lang="en-IN" sz="1400" spc="-1" dirty="0">
              <a:latin typeface="Times New Roman" panose="02020603050405020304" pitchFamily="18" charset="0"/>
              <a:cs typeface="Times New Roman" panose="02020603050405020304" pitchFamily="18" charset="0"/>
            </a:endParaRPr>
          </a:p>
        </p:txBody>
      </p:sp>
      <p:graphicFrame>
        <p:nvGraphicFramePr>
          <p:cNvPr id="1321" name="Table 3"/>
          <p:cNvGraphicFramePr/>
          <p:nvPr>
            <p:extLst>
              <p:ext uri="{D42A27DB-BD31-4B8C-83A1-F6EECF244321}">
                <p14:modId xmlns:p14="http://schemas.microsoft.com/office/powerpoint/2010/main" val="3329975377"/>
              </p:ext>
            </p:extLst>
          </p:nvPr>
        </p:nvGraphicFramePr>
        <p:xfrm>
          <a:off x="2968805" y="2328721"/>
          <a:ext cx="5498144" cy="1852359"/>
        </p:xfrm>
        <a:graphic>
          <a:graphicData uri="http://schemas.openxmlformats.org/drawingml/2006/table">
            <a:tbl>
              <a:tblPr>
                <a:tableStyleId>{69C7853C-536D-4A76-A0AE-DD22124D55A5}</a:tableStyleId>
              </a:tblPr>
              <a:tblGrid>
                <a:gridCol w="2749072">
                  <a:extLst>
                    <a:ext uri="{9D8B030D-6E8A-4147-A177-3AD203B41FA5}">
                      <a16:colId xmlns:a16="http://schemas.microsoft.com/office/drawing/2014/main" val="20000"/>
                    </a:ext>
                  </a:extLst>
                </a:gridCol>
                <a:gridCol w="2749072">
                  <a:extLst>
                    <a:ext uri="{9D8B030D-6E8A-4147-A177-3AD203B41FA5}">
                      <a16:colId xmlns:a16="http://schemas.microsoft.com/office/drawing/2014/main" val="20001"/>
                    </a:ext>
                  </a:extLst>
                </a:gridCol>
              </a:tblGrid>
              <a:tr h="466416">
                <a:tc>
                  <a:txBody>
                    <a:bodyPr/>
                    <a:lstStyle/>
                    <a:p>
                      <a:r>
                        <a:rPr lang="en-IN" sz="1900" b="1" strike="noStrike" spc="-1" dirty="0"/>
                        <a:t>Algorithm </a:t>
                      </a:r>
                      <a:endParaRPr lang="en-IN" sz="1900" b="1" strike="noStrike" spc="-1" dirty="0">
                        <a:latin typeface="Roboto"/>
                      </a:endParaRPr>
                    </a:p>
                  </a:txBody>
                  <a:tcPr marL="119963" marR="119963" marT="60941" marB="60941"/>
                </a:tc>
                <a:tc>
                  <a:txBody>
                    <a:bodyPr/>
                    <a:lstStyle/>
                    <a:p>
                      <a:r>
                        <a:rPr lang="en-IN" sz="1900" b="1" strike="noStrike" spc="-1" dirty="0"/>
                        <a:t>Accuracy</a:t>
                      </a:r>
                      <a:endParaRPr lang="en-IN" sz="1900" b="1" strike="noStrike" spc="-1" dirty="0">
                        <a:latin typeface="Roboto"/>
                      </a:endParaRPr>
                    </a:p>
                  </a:txBody>
                  <a:tcPr marL="119963" marR="119963" marT="60941" marB="60941"/>
                </a:tc>
                <a:extLst>
                  <a:ext uri="{0D108BD9-81ED-4DB2-BD59-A6C34878D82A}">
                    <a16:rowId xmlns:a16="http://schemas.microsoft.com/office/drawing/2014/main" val="10000"/>
                  </a:ext>
                </a:extLst>
              </a:tr>
              <a:tr h="466416">
                <a:tc>
                  <a:txBody>
                    <a:bodyPr/>
                    <a:lstStyle/>
                    <a:p>
                      <a:r>
                        <a:rPr lang="en-IN" sz="1900" strike="noStrike" spc="-1" dirty="0"/>
                        <a:t>Decision Tree</a:t>
                      </a:r>
                      <a:endParaRPr lang="en-IN" sz="1900" b="0" strike="noStrike" spc="-1" dirty="0">
                        <a:latin typeface="Roboto"/>
                      </a:endParaRPr>
                    </a:p>
                  </a:txBody>
                  <a:tcPr marL="119963" marR="119963" marT="60941" marB="60941"/>
                </a:tc>
                <a:tc>
                  <a:txBody>
                    <a:bodyPr/>
                    <a:lstStyle/>
                    <a:p>
                      <a:r>
                        <a:rPr lang="en-IN" sz="1900" strike="noStrike" spc="-1" dirty="0"/>
                        <a:t>65%</a:t>
                      </a:r>
                      <a:endParaRPr lang="en-IN" sz="1900" b="0" strike="noStrike" spc="-1" dirty="0">
                        <a:latin typeface="Roboto"/>
                      </a:endParaRPr>
                    </a:p>
                  </a:txBody>
                  <a:tcPr marL="119963" marR="119963" marT="60941" marB="60941"/>
                </a:tc>
                <a:extLst>
                  <a:ext uri="{0D108BD9-81ED-4DB2-BD59-A6C34878D82A}">
                    <a16:rowId xmlns:a16="http://schemas.microsoft.com/office/drawing/2014/main" val="10001"/>
                  </a:ext>
                </a:extLst>
              </a:tr>
              <a:tr h="453111">
                <a:tc>
                  <a:txBody>
                    <a:bodyPr/>
                    <a:lstStyle/>
                    <a:p>
                      <a:r>
                        <a:rPr lang="en-IN" sz="1900" strike="noStrike" spc="-1" dirty="0"/>
                        <a:t>KNN</a:t>
                      </a:r>
                      <a:endParaRPr lang="en-IN" sz="1900" b="0" strike="noStrike" spc="-1" dirty="0">
                        <a:latin typeface="Roboto"/>
                      </a:endParaRPr>
                    </a:p>
                  </a:txBody>
                  <a:tcPr marL="119963" marR="119963" marT="60941" marB="60941"/>
                </a:tc>
                <a:tc>
                  <a:txBody>
                    <a:bodyPr/>
                    <a:lstStyle/>
                    <a:p>
                      <a:r>
                        <a:rPr lang="en-IN" sz="1900" strike="noStrike" spc="-1" dirty="0"/>
                        <a:t>45%</a:t>
                      </a:r>
                      <a:endParaRPr lang="en-IN" sz="1900" b="0" strike="noStrike" spc="-1" dirty="0">
                        <a:latin typeface="Roboto"/>
                      </a:endParaRPr>
                    </a:p>
                  </a:txBody>
                  <a:tcPr marL="119963" marR="119963" marT="60941" marB="60941"/>
                </a:tc>
                <a:extLst>
                  <a:ext uri="{0D108BD9-81ED-4DB2-BD59-A6C34878D82A}">
                    <a16:rowId xmlns:a16="http://schemas.microsoft.com/office/drawing/2014/main" val="10002"/>
                  </a:ext>
                </a:extLst>
              </a:tr>
              <a:tr h="466416">
                <a:tc>
                  <a:txBody>
                    <a:bodyPr/>
                    <a:lstStyle/>
                    <a:p>
                      <a:r>
                        <a:rPr lang="en-IN" sz="1900" strike="noStrike" spc="-1" baseline="0" dirty="0"/>
                        <a:t>Naïve</a:t>
                      </a:r>
                      <a:r>
                        <a:rPr lang="en-IN" sz="1900" strike="noStrike" spc="-1" dirty="0"/>
                        <a:t>-</a:t>
                      </a:r>
                      <a:r>
                        <a:rPr lang="en-IN" sz="1900" strike="noStrike" spc="-1" dirty="0" err="1"/>
                        <a:t>Bayes</a:t>
                      </a:r>
                      <a:r>
                        <a:rPr lang="en-IN" sz="1900" strike="noStrike" spc="-1" dirty="0"/>
                        <a:t> </a:t>
                      </a:r>
                      <a:endParaRPr lang="en-IN" sz="1900" b="0" strike="noStrike" spc="-1" dirty="0">
                        <a:latin typeface="Roboto"/>
                      </a:endParaRPr>
                    </a:p>
                  </a:txBody>
                  <a:tcPr marL="119963" marR="119963" marT="60941" marB="60941"/>
                </a:tc>
                <a:tc>
                  <a:txBody>
                    <a:bodyPr/>
                    <a:lstStyle/>
                    <a:p>
                      <a:r>
                        <a:rPr lang="en-IN" sz="1900" strike="noStrike" spc="-1" dirty="0"/>
                        <a:t>60%</a:t>
                      </a:r>
                      <a:endParaRPr lang="en-IN" sz="1900" b="0" strike="noStrike" spc="-1" dirty="0">
                        <a:latin typeface="Roboto"/>
                      </a:endParaRPr>
                    </a:p>
                  </a:txBody>
                  <a:tcPr marL="119963" marR="119963" marT="60941" marB="60941"/>
                </a:tc>
                <a:extLst>
                  <a:ext uri="{0D108BD9-81ED-4DB2-BD59-A6C34878D82A}">
                    <a16:rowId xmlns:a16="http://schemas.microsoft.com/office/drawing/2014/main" val="10003"/>
                  </a:ext>
                </a:extLst>
              </a:tr>
            </a:tbl>
          </a:graphicData>
        </a:graphic>
      </p:graphicFrame>
      <p:sp>
        <p:nvSpPr>
          <p:cNvPr id="1322" name="TextShape 4"/>
          <p:cNvSpPr txBox="1"/>
          <p:nvPr/>
        </p:nvSpPr>
        <p:spPr>
          <a:xfrm>
            <a:off x="11804697" y="6396383"/>
            <a:ext cx="385422" cy="461618"/>
          </a:xfrm>
          <a:prstGeom prst="rect">
            <a:avLst/>
          </a:prstGeom>
          <a:noFill/>
          <a:ln>
            <a:noFill/>
          </a:ln>
        </p:spPr>
        <p:txBody>
          <a:bodyPr lIns="119963" tIns="59981" rIns="119963" bIns="59981"/>
          <a:lstStyle/>
          <a:p>
            <a:endParaRPr lang="en-IN" sz="2399" spc="-1" dirty="0">
              <a:latin typeface="Arial"/>
            </a:endParaRPr>
          </a:p>
        </p:txBody>
      </p:sp>
      <p:sp>
        <p:nvSpPr>
          <p:cNvPr id="2" name="Slide Number Placeholder 1">
            <a:extLst>
              <a:ext uri="{FF2B5EF4-FFF2-40B4-BE49-F238E27FC236}">
                <a16:creationId xmlns:a16="http://schemas.microsoft.com/office/drawing/2014/main" id="{0C9646F7-D479-40A6-BF1C-D66DC78BFF1B}"/>
              </a:ext>
            </a:extLst>
          </p:cNvPr>
          <p:cNvSpPr>
            <a:spLocks noGrp="1"/>
          </p:cNvSpPr>
          <p:nvPr>
            <p:ph type="sldNum" sz="quarter" idx="12"/>
          </p:nvPr>
        </p:nvSpPr>
        <p:spPr/>
        <p:txBody>
          <a:bodyPr/>
          <a:lstStyle/>
          <a:p>
            <a:fld id="{87F9202A-FD0E-4A58-A55A-175E0E9BDCC0}" type="slidenum">
              <a:rPr lang="en-US" smtClean="0"/>
              <a:t>6</a:t>
            </a:fld>
            <a:endParaRPr lang="en-US"/>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865" y="365125"/>
            <a:ext cx="9035846" cy="1325563"/>
          </a:xfrm>
        </p:spPr>
        <p:txBody>
          <a:bodyPr>
            <a:normAutofit/>
          </a:bodyPr>
          <a:lstStyle/>
          <a:p>
            <a:pPr algn="ctr"/>
            <a:r>
              <a:rPr lang="en-US" sz="2800" b="1" u="sng" dirty="0">
                <a:latin typeface="Times New Roman" panose="02020603050405020304" pitchFamily="18" charset="0"/>
                <a:cs typeface="Times New Roman" panose="02020603050405020304" pitchFamily="18" charset="0"/>
              </a:rPr>
              <a:t>Architecture Of The System</a:t>
            </a:r>
          </a:p>
        </p:txBody>
      </p:sp>
      <p:pic>
        <p:nvPicPr>
          <p:cNvPr id="7" name="Content Placeholder 6">
            <a:extLst>
              <a:ext uri="{FF2B5EF4-FFF2-40B4-BE49-F238E27FC236}">
                <a16:creationId xmlns:a16="http://schemas.microsoft.com/office/drawing/2014/main" id="{FCE30D9B-7C53-4A51-BBFA-EB4670C0E5B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148" y="1307691"/>
            <a:ext cx="11316929" cy="5004620"/>
          </a:xfrm>
        </p:spPr>
      </p:pic>
      <p:sp>
        <p:nvSpPr>
          <p:cNvPr id="8" name="Slide Number Placeholder 7">
            <a:extLst>
              <a:ext uri="{FF2B5EF4-FFF2-40B4-BE49-F238E27FC236}">
                <a16:creationId xmlns:a16="http://schemas.microsoft.com/office/drawing/2014/main" id="{6E140900-7CED-4095-AF2A-14EC9991C78A}"/>
              </a:ext>
            </a:extLst>
          </p:cNvPr>
          <p:cNvSpPr>
            <a:spLocks noGrp="1"/>
          </p:cNvSpPr>
          <p:nvPr>
            <p:ph type="sldNum" sz="quarter" idx="12"/>
          </p:nvPr>
        </p:nvSpPr>
        <p:spPr/>
        <p:txBody>
          <a:bodyPr/>
          <a:lstStyle/>
          <a:p>
            <a:fld id="{87F9202A-FD0E-4A58-A55A-175E0E9BDCC0}" type="slidenum">
              <a:rPr lang="en-US" smtClean="0"/>
              <a:t>7</a:t>
            </a:fld>
            <a:endParaRPr lang="en-US"/>
          </a:p>
        </p:txBody>
      </p:sp>
    </p:spTree>
    <p:extLst>
      <p:ext uri="{BB962C8B-B14F-4D97-AF65-F5344CB8AC3E}">
        <p14:creationId xmlns:p14="http://schemas.microsoft.com/office/powerpoint/2010/main" val="3522234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06868-4F19-4D12-886E-66838023C3B8}"/>
              </a:ext>
            </a:extLst>
          </p:cNvPr>
          <p:cNvSpPr>
            <a:spLocks noGrp="1"/>
          </p:cNvSpPr>
          <p:nvPr>
            <p:ph type="title"/>
          </p:nvPr>
        </p:nvSpPr>
        <p:spPr>
          <a:xfrm>
            <a:off x="838200" y="365126"/>
            <a:ext cx="10515600" cy="893404"/>
          </a:xfrm>
        </p:spPr>
        <p:txBody>
          <a:bodyPr>
            <a:normAutofit/>
          </a:bodyPr>
          <a:lstStyle/>
          <a:p>
            <a:r>
              <a:rPr lang="en-IN" sz="2800" b="1" dirty="0">
                <a:latin typeface="Times New Roman" panose="02020603050405020304" pitchFamily="18" charset="0"/>
                <a:cs typeface="Times New Roman" panose="02020603050405020304" pitchFamily="18" charset="0"/>
              </a:rPr>
              <a:t>                                          </a:t>
            </a:r>
            <a:r>
              <a:rPr lang="en-IN" sz="2800" b="1" u="sng" dirty="0">
                <a:latin typeface="Times New Roman" panose="02020603050405020304" pitchFamily="18" charset="0"/>
                <a:cs typeface="Times New Roman" panose="02020603050405020304" pitchFamily="18" charset="0"/>
              </a:rPr>
              <a:t>System Flow</a:t>
            </a:r>
          </a:p>
        </p:txBody>
      </p:sp>
      <p:pic>
        <p:nvPicPr>
          <p:cNvPr id="5" name="Content Placeholder 4">
            <a:extLst>
              <a:ext uri="{FF2B5EF4-FFF2-40B4-BE49-F238E27FC236}">
                <a16:creationId xmlns:a16="http://schemas.microsoft.com/office/drawing/2014/main" id="{9FDF454D-A357-4A5B-AFBB-4BA097DB93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258529"/>
            <a:ext cx="9743768" cy="4719483"/>
          </a:xfrm>
        </p:spPr>
      </p:pic>
      <p:sp>
        <p:nvSpPr>
          <p:cNvPr id="3" name="Slide Number Placeholder 2">
            <a:extLst>
              <a:ext uri="{FF2B5EF4-FFF2-40B4-BE49-F238E27FC236}">
                <a16:creationId xmlns:a16="http://schemas.microsoft.com/office/drawing/2014/main" id="{48F867DE-9558-40A2-ABB4-AF66E766B2DC}"/>
              </a:ext>
            </a:extLst>
          </p:cNvPr>
          <p:cNvSpPr>
            <a:spLocks noGrp="1"/>
          </p:cNvSpPr>
          <p:nvPr>
            <p:ph type="sldNum" sz="quarter" idx="12"/>
          </p:nvPr>
        </p:nvSpPr>
        <p:spPr/>
        <p:txBody>
          <a:bodyPr/>
          <a:lstStyle/>
          <a:p>
            <a:fld id="{87F9202A-FD0E-4A58-A55A-175E0E9BDCC0}" type="slidenum">
              <a:rPr lang="en-US" smtClean="0"/>
              <a:t>8</a:t>
            </a:fld>
            <a:endParaRPr lang="en-US"/>
          </a:p>
        </p:txBody>
      </p:sp>
    </p:spTree>
    <p:extLst>
      <p:ext uri="{BB962C8B-B14F-4D97-AF65-F5344CB8AC3E}">
        <p14:creationId xmlns:p14="http://schemas.microsoft.com/office/powerpoint/2010/main" val="3713029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3" name="TextShape 1"/>
          <p:cNvSpPr txBox="1"/>
          <p:nvPr/>
        </p:nvSpPr>
        <p:spPr>
          <a:xfrm>
            <a:off x="619931" y="289742"/>
            <a:ext cx="7869091" cy="1247615"/>
          </a:xfrm>
          <a:prstGeom prst="rect">
            <a:avLst/>
          </a:prstGeom>
          <a:noFill/>
          <a:ln>
            <a:noFill/>
          </a:ln>
        </p:spPr>
        <p:txBody>
          <a:bodyPr tIns="121882" bIns="121882" anchor="ctr"/>
          <a:lstStyle/>
          <a:p>
            <a:pPr>
              <a:lnSpc>
                <a:spcPct val="100000"/>
              </a:lnSpc>
            </a:pPr>
            <a:r>
              <a:rPr lang="en-IN" sz="2800" b="1" u="sng" spc="-1" dirty="0">
                <a:latin typeface="Times New Roman" panose="02020603050405020304" pitchFamily="18" charset="0"/>
                <a:cs typeface="Times New Roman" panose="02020603050405020304" pitchFamily="18" charset="0"/>
              </a:rPr>
              <a:t>Features</a:t>
            </a:r>
          </a:p>
        </p:txBody>
      </p:sp>
      <p:sp>
        <p:nvSpPr>
          <p:cNvPr id="1324" name="TextShape 2"/>
          <p:cNvSpPr txBox="1"/>
          <p:nvPr/>
        </p:nvSpPr>
        <p:spPr>
          <a:xfrm>
            <a:off x="386242" y="1555200"/>
            <a:ext cx="10652232" cy="3147828"/>
          </a:xfrm>
          <a:prstGeom prst="rect">
            <a:avLst/>
          </a:prstGeom>
          <a:noFill/>
          <a:ln>
            <a:noFill/>
          </a:ln>
        </p:spPr>
        <p:txBody>
          <a:bodyPr tIns="121882" bIns="121882"/>
          <a:lstStyle/>
          <a:p>
            <a:pPr marL="287906" indent="-287906">
              <a:spcBef>
                <a:spcPts val="1334"/>
              </a:spcBef>
              <a:buClr>
                <a:srgbClr val="000000"/>
              </a:buClr>
              <a:buSzPct val="45000"/>
              <a:buFont typeface="Symbol" charset="2"/>
              <a:buChar char=""/>
            </a:pPr>
            <a:r>
              <a:rPr lang="en-IN" sz="2133" spc="-1" dirty="0">
                <a:solidFill>
                  <a:srgbClr val="434343"/>
                </a:solidFill>
                <a:latin typeface="Roboto"/>
                <a:ea typeface="Roboto"/>
              </a:rPr>
              <a:t>Acts as Virtual Health Advisor.</a:t>
            </a:r>
            <a:endParaRPr lang="en-IN" sz="2133" spc="-1" dirty="0">
              <a:latin typeface="Arial"/>
            </a:endParaRPr>
          </a:p>
          <a:p>
            <a:pPr marL="287906" indent="-287906">
              <a:spcBef>
                <a:spcPts val="1334"/>
              </a:spcBef>
              <a:buClr>
                <a:srgbClr val="000000"/>
              </a:buClr>
              <a:buSzPct val="45000"/>
              <a:buFont typeface="Symbol" charset="2"/>
              <a:buChar char=""/>
            </a:pPr>
            <a:r>
              <a:rPr lang="en-IN" sz="2133" spc="-1" dirty="0">
                <a:solidFill>
                  <a:srgbClr val="434343"/>
                </a:solidFill>
                <a:latin typeface="Roboto"/>
                <a:ea typeface="Rockwell"/>
              </a:rPr>
              <a:t>Provides detailed analysis to the user.</a:t>
            </a:r>
            <a:endParaRPr lang="en-IN" sz="2133" spc="-1" dirty="0">
              <a:latin typeface="Arial"/>
            </a:endParaRPr>
          </a:p>
          <a:p>
            <a:pPr marL="287906" indent="-287906">
              <a:spcBef>
                <a:spcPts val="1334"/>
              </a:spcBef>
              <a:buClr>
                <a:srgbClr val="000000"/>
              </a:buClr>
              <a:buSzPct val="45000"/>
              <a:buFont typeface="Symbol" charset="2"/>
              <a:buChar char=""/>
            </a:pPr>
            <a:r>
              <a:rPr lang="en-IN" sz="2133" spc="-1" dirty="0">
                <a:solidFill>
                  <a:srgbClr val="434343"/>
                </a:solidFill>
                <a:latin typeface="Roboto"/>
                <a:ea typeface="Roboto"/>
              </a:rPr>
              <a:t>Connect  with veterinarian and other stakeholders.</a:t>
            </a:r>
            <a:endParaRPr lang="en-IN" sz="2133" spc="-1" dirty="0">
              <a:latin typeface="Arial"/>
            </a:endParaRPr>
          </a:p>
          <a:p>
            <a:pPr marL="287906" indent="-287906">
              <a:spcBef>
                <a:spcPts val="1334"/>
              </a:spcBef>
              <a:buClr>
                <a:srgbClr val="000000"/>
              </a:buClr>
              <a:buSzPct val="45000"/>
              <a:buFont typeface="Symbol" charset="2"/>
              <a:buChar char=""/>
            </a:pPr>
            <a:r>
              <a:rPr lang="en-IN" sz="2133" spc="-1" dirty="0">
                <a:solidFill>
                  <a:srgbClr val="434343"/>
                </a:solidFill>
                <a:latin typeface="Roboto"/>
                <a:ea typeface="Roboto"/>
              </a:rPr>
              <a:t>Uses modern technologies like machine learning and data mining.</a:t>
            </a:r>
            <a:endParaRPr lang="en-IN" sz="2133" spc="-1" dirty="0">
              <a:latin typeface="Arial"/>
            </a:endParaRPr>
          </a:p>
          <a:p>
            <a:pPr marL="287906" indent="-287906">
              <a:spcBef>
                <a:spcPts val="1334"/>
              </a:spcBef>
              <a:buClr>
                <a:srgbClr val="000000"/>
              </a:buClr>
              <a:buSzPct val="45000"/>
              <a:buFont typeface="Symbol" charset="2"/>
              <a:buChar char=""/>
            </a:pPr>
            <a:r>
              <a:rPr lang="en-IN" sz="2133" spc="-1" dirty="0">
                <a:solidFill>
                  <a:srgbClr val="434343"/>
                </a:solidFill>
                <a:latin typeface="Roboto"/>
                <a:ea typeface="Roboto"/>
              </a:rPr>
              <a:t>Mobile application thus can be used from anywhere anytime.</a:t>
            </a:r>
            <a:endParaRPr lang="en-IN" sz="2133" spc="-1" dirty="0">
              <a:latin typeface="Arial"/>
            </a:endParaRPr>
          </a:p>
        </p:txBody>
      </p:sp>
      <p:grpSp>
        <p:nvGrpSpPr>
          <p:cNvPr id="2" name="Group 3"/>
          <p:cNvGrpSpPr/>
          <p:nvPr/>
        </p:nvGrpSpPr>
        <p:grpSpPr>
          <a:xfrm>
            <a:off x="7295630" y="2399259"/>
            <a:ext cx="4702549" cy="3935265"/>
            <a:chOff x="5472000" y="1800000"/>
            <a:chExt cx="3528000" cy="2952360"/>
          </a:xfrm>
        </p:grpSpPr>
        <p:sp>
          <p:nvSpPr>
            <p:cNvPr id="1326" name="CustomShape 4"/>
            <p:cNvSpPr/>
            <p:nvPr/>
          </p:nvSpPr>
          <p:spPr>
            <a:xfrm>
              <a:off x="6648840" y="4610880"/>
              <a:ext cx="109800" cy="141480"/>
            </a:xfrm>
            <a:custGeom>
              <a:avLst/>
              <a:gdLst/>
              <a:ahLst/>
              <a:cxnLst/>
              <a:rect l="l" t="t" r="r" b="b"/>
              <a:pathLst>
                <a:path w="1569" h="2443">
                  <a:moveTo>
                    <a:pt x="1" y="1"/>
                  </a:moveTo>
                  <a:lnTo>
                    <a:pt x="1" y="2251"/>
                  </a:lnTo>
                  <a:cubicBezTo>
                    <a:pt x="257" y="2378"/>
                    <a:pt x="576" y="2443"/>
                    <a:pt x="897" y="2443"/>
                  </a:cubicBezTo>
                  <a:cubicBezTo>
                    <a:pt x="1127" y="2443"/>
                    <a:pt x="1358" y="2410"/>
                    <a:pt x="1569" y="2342"/>
                  </a:cubicBezTo>
                  <a:lnTo>
                    <a:pt x="1569" y="92"/>
                  </a:lnTo>
                  <a:cubicBezTo>
                    <a:pt x="1364" y="160"/>
                    <a:pt x="1134" y="194"/>
                    <a:pt x="902" y="194"/>
                  </a:cubicBezTo>
                  <a:cubicBezTo>
                    <a:pt x="583" y="194"/>
                    <a:pt x="262" y="129"/>
                    <a:pt x="1" y="1"/>
                  </a:cubicBezTo>
                  <a:close/>
                </a:path>
              </a:pathLst>
            </a:custGeom>
            <a:solidFill>
              <a:srgbClr val="171A1E"/>
            </a:solidFill>
            <a:ln>
              <a:noFill/>
            </a:ln>
          </p:spPr>
          <p:style>
            <a:lnRef idx="0">
              <a:scrgbClr r="0" g="0" b="0"/>
            </a:lnRef>
            <a:fillRef idx="0">
              <a:scrgbClr r="0" g="0" b="0"/>
            </a:fillRef>
            <a:effectRef idx="0">
              <a:scrgbClr r="0" g="0" b="0"/>
            </a:effectRef>
            <a:fontRef idx="minor"/>
          </p:style>
        </p:sp>
        <p:sp>
          <p:nvSpPr>
            <p:cNvPr id="1327" name="CustomShape 5"/>
            <p:cNvSpPr/>
            <p:nvPr/>
          </p:nvSpPr>
          <p:spPr>
            <a:xfrm>
              <a:off x="6759000" y="4608360"/>
              <a:ext cx="22320" cy="138600"/>
            </a:xfrm>
            <a:custGeom>
              <a:avLst/>
              <a:gdLst/>
              <a:ahLst/>
              <a:cxnLst/>
              <a:rect l="l" t="t" r="r" b="b"/>
              <a:pathLst>
                <a:path w="315" h="2388">
                  <a:moveTo>
                    <a:pt x="314" y="0"/>
                  </a:moveTo>
                  <a:cubicBezTo>
                    <a:pt x="223" y="56"/>
                    <a:pt x="122" y="96"/>
                    <a:pt x="1" y="137"/>
                  </a:cubicBezTo>
                  <a:lnTo>
                    <a:pt x="1" y="2387"/>
                  </a:lnTo>
                  <a:cubicBezTo>
                    <a:pt x="117" y="2352"/>
                    <a:pt x="218" y="2311"/>
                    <a:pt x="314" y="2246"/>
                  </a:cubicBezTo>
                  <a:lnTo>
                    <a:pt x="314" y="0"/>
                  </a:lnTo>
                  <a:close/>
                </a:path>
              </a:pathLst>
            </a:custGeom>
            <a:solidFill>
              <a:srgbClr val="171A1E"/>
            </a:solidFill>
            <a:ln w="9360">
              <a:solidFill>
                <a:srgbClr val="171A1E"/>
              </a:solidFill>
              <a:round/>
            </a:ln>
          </p:spPr>
          <p:style>
            <a:lnRef idx="0">
              <a:scrgbClr r="0" g="0" b="0"/>
            </a:lnRef>
            <a:fillRef idx="0">
              <a:scrgbClr r="0" g="0" b="0"/>
            </a:fillRef>
            <a:effectRef idx="0">
              <a:scrgbClr r="0" g="0" b="0"/>
            </a:effectRef>
            <a:fontRef idx="minor"/>
          </p:style>
        </p:sp>
        <p:sp>
          <p:nvSpPr>
            <p:cNvPr id="1328" name="CustomShape 6"/>
            <p:cNvSpPr/>
            <p:nvPr/>
          </p:nvSpPr>
          <p:spPr>
            <a:xfrm>
              <a:off x="8962920" y="3534120"/>
              <a:ext cx="28080" cy="163080"/>
            </a:xfrm>
            <a:custGeom>
              <a:avLst/>
              <a:gdLst/>
              <a:ahLst/>
              <a:cxnLst/>
              <a:rect l="l" t="t" r="r" b="b"/>
              <a:pathLst>
                <a:path w="401" h="2813">
                  <a:moveTo>
                    <a:pt x="400" y="1"/>
                  </a:moveTo>
                  <a:cubicBezTo>
                    <a:pt x="400" y="203"/>
                    <a:pt x="259" y="400"/>
                    <a:pt x="1" y="562"/>
                  </a:cubicBezTo>
                  <a:lnTo>
                    <a:pt x="1" y="2813"/>
                  </a:lnTo>
                  <a:cubicBezTo>
                    <a:pt x="259" y="2661"/>
                    <a:pt x="400" y="2454"/>
                    <a:pt x="400" y="2251"/>
                  </a:cubicBezTo>
                  <a:lnTo>
                    <a:pt x="400" y="1"/>
                  </a:lnTo>
                  <a:close/>
                </a:path>
              </a:pathLst>
            </a:custGeom>
            <a:solidFill>
              <a:srgbClr val="171A1E"/>
            </a:solidFill>
            <a:ln>
              <a:noFill/>
            </a:ln>
          </p:spPr>
          <p:style>
            <a:lnRef idx="0">
              <a:scrgbClr r="0" g="0" b="0"/>
            </a:lnRef>
            <a:fillRef idx="0">
              <a:scrgbClr r="0" g="0" b="0"/>
            </a:fillRef>
            <a:effectRef idx="0">
              <a:scrgbClr r="0" g="0" b="0"/>
            </a:effectRef>
            <a:fontRef idx="minor"/>
          </p:style>
        </p:sp>
        <p:sp>
          <p:nvSpPr>
            <p:cNvPr id="1329" name="CustomShape 7"/>
            <p:cNvSpPr/>
            <p:nvPr/>
          </p:nvSpPr>
          <p:spPr>
            <a:xfrm>
              <a:off x="8962920" y="3564720"/>
              <a:ext cx="3600" cy="132480"/>
            </a:xfrm>
            <a:custGeom>
              <a:avLst/>
              <a:gdLst/>
              <a:ahLst/>
              <a:cxnLst/>
              <a:rect l="l" t="t" r="r" b="b"/>
              <a:pathLst>
                <a:path w="57" h="2287">
                  <a:moveTo>
                    <a:pt x="57" y="1"/>
                  </a:moveTo>
                  <a:cubicBezTo>
                    <a:pt x="46" y="11"/>
                    <a:pt x="21" y="26"/>
                    <a:pt x="1" y="36"/>
                  </a:cubicBezTo>
                  <a:lnTo>
                    <a:pt x="1" y="2287"/>
                  </a:lnTo>
                  <a:cubicBezTo>
                    <a:pt x="21" y="2277"/>
                    <a:pt x="41" y="2267"/>
                    <a:pt x="57" y="2251"/>
                  </a:cubicBezTo>
                  <a:lnTo>
                    <a:pt x="57" y="1"/>
                  </a:lnTo>
                  <a:close/>
                </a:path>
              </a:pathLst>
            </a:custGeom>
            <a:solidFill>
              <a:srgbClr val="171A1E"/>
            </a:solidFill>
            <a:ln>
              <a:noFill/>
            </a:ln>
          </p:spPr>
          <p:style>
            <a:lnRef idx="0">
              <a:scrgbClr r="0" g="0" b="0"/>
            </a:lnRef>
            <a:fillRef idx="0">
              <a:scrgbClr r="0" g="0" b="0"/>
            </a:fillRef>
            <a:effectRef idx="0">
              <a:scrgbClr r="0" g="0" b="0"/>
            </a:effectRef>
            <a:fontRef idx="minor"/>
          </p:style>
        </p:sp>
        <p:sp>
          <p:nvSpPr>
            <p:cNvPr id="1330" name="CustomShape 8"/>
            <p:cNvSpPr/>
            <p:nvPr/>
          </p:nvSpPr>
          <p:spPr>
            <a:xfrm>
              <a:off x="8966880" y="3534120"/>
              <a:ext cx="24120" cy="160560"/>
            </a:xfrm>
            <a:custGeom>
              <a:avLst/>
              <a:gdLst/>
              <a:ahLst/>
              <a:cxnLst/>
              <a:rect l="l" t="t" r="r" b="b"/>
              <a:pathLst>
                <a:path w="345" h="2778">
                  <a:moveTo>
                    <a:pt x="344" y="1"/>
                  </a:moveTo>
                  <a:cubicBezTo>
                    <a:pt x="344" y="198"/>
                    <a:pt x="238" y="380"/>
                    <a:pt x="1" y="527"/>
                  </a:cubicBezTo>
                  <a:lnTo>
                    <a:pt x="1" y="2777"/>
                  </a:lnTo>
                  <a:cubicBezTo>
                    <a:pt x="233" y="2631"/>
                    <a:pt x="344" y="2449"/>
                    <a:pt x="344" y="2251"/>
                  </a:cubicBezTo>
                  <a:lnTo>
                    <a:pt x="344" y="1"/>
                  </a:lnTo>
                  <a:close/>
                </a:path>
              </a:pathLst>
            </a:custGeom>
            <a:solidFill>
              <a:srgbClr val="171A1E"/>
            </a:solidFill>
            <a:ln w="9360">
              <a:solidFill>
                <a:srgbClr val="171A1E"/>
              </a:solidFill>
              <a:round/>
            </a:ln>
          </p:spPr>
          <p:style>
            <a:lnRef idx="0">
              <a:scrgbClr r="0" g="0" b="0"/>
            </a:lnRef>
            <a:fillRef idx="0">
              <a:scrgbClr r="0" g="0" b="0"/>
            </a:fillRef>
            <a:effectRef idx="0">
              <a:scrgbClr r="0" g="0" b="0"/>
            </a:effectRef>
            <a:fontRef idx="minor"/>
          </p:style>
        </p:sp>
        <p:sp>
          <p:nvSpPr>
            <p:cNvPr id="1331" name="CustomShape 9"/>
            <p:cNvSpPr/>
            <p:nvPr/>
          </p:nvSpPr>
          <p:spPr>
            <a:xfrm>
              <a:off x="5481000" y="4037760"/>
              <a:ext cx="27720" cy="162720"/>
            </a:xfrm>
            <a:custGeom>
              <a:avLst/>
              <a:gdLst/>
              <a:ahLst/>
              <a:cxnLst/>
              <a:rect l="l" t="t" r="r" b="b"/>
              <a:pathLst>
                <a:path w="400" h="2813">
                  <a:moveTo>
                    <a:pt x="0" y="1"/>
                  </a:moveTo>
                  <a:lnTo>
                    <a:pt x="0" y="2251"/>
                  </a:lnTo>
                  <a:cubicBezTo>
                    <a:pt x="0" y="2454"/>
                    <a:pt x="137" y="2661"/>
                    <a:pt x="400" y="2813"/>
                  </a:cubicBezTo>
                  <a:lnTo>
                    <a:pt x="400" y="557"/>
                  </a:lnTo>
                  <a:cubicBezTo>
                    <a:pt x="132" y="410"/>
                    <a:pt x="0" y="208"/>
                    <a:pt x="0" y="1"/>
                  </a:cubicBezTo>
                  <a:close/>
                </a:path>
              </a:pathLst>
            </a:custGeom>
            <a:solidFill>
              <a:srgbClr val="171A1E"/>
            </a:solidFill>
            <a:ln>
              <a:noFill/>
            </a:ln>
          </p:spPr>
          <p:style>
            <a:lnRef idx="0">
              <a:scrgbClr r="0" g="0" b="0"/>
            </a:lnRef>
            <a:fillRef idx="0">
              <a:scrgbClr r="0" g="0" b="0"/>
            </a:fillRef>
            <a:effectRef idx="0">
              <a:scrgbClr r="0" g="0" b="0"/>
            </a:effectRef>
            <a:fontRef idx="minor"/>
          </p:style>
        </p:sp>
        <p:sp>
          <p:nvSpPr>
            <p:cNvPr id="1332" name="CustomShape 10"/>
            <p:cNvSpPr/>
            <p:nvPr/>
          </p:nvSpPr>
          <p:spPr>
            <a:xfrm>
              <a:off x="5481000" y="4037760"/>
              <a:ext cx="12960" cy="153000"/>
            </a:xfrm>
            <a:custGeom>
              <a:avLst/>
              <a:gdLst/>
              <a:ahLst/>
              <a:cxnLst/>
              <a:rect l="l" t="t" r="r" b="b"/>
              <a:pathLst>
                <a:path w="183" h="2646">
                  <a:moveTo>
                    <a:pt x="0" y="1"/>
                  </a:moveTo>
                  <a:lnTo>
                    <a:pt x="0" y="2251"/>
                  </a:lnTo>
                  <a:cubicBezTo>
                    <a:pt x="0" y="2393"/>
                    <a:pt x="56" y="2525"/>
                    <a:pt x="182" y="2646"/>
                  </a:cubicBezTo>
                  <a:lnTo>
                    <a:pt x="182" y="395"/>
                  </a:lnTo>
                  <a:cubicBezTo>
                    <a:pt x="56" y="279"/>
                    <a:pt x="0" y="142"/>
                    <a:pt x="0" y="1"/>
                  </a:cubicBezTo>
                  <a:close/>
                </a:path>
              </a:pathLst>
            </a:custGeom>
            <a:solidFill>
              <a:srgbClr val="171A1E"/>
            </a:solidFill>
            <a:ln>
              <a:noFill/>
            </a:ln>
          </p:spPr>
          <p:style>
            <a:lnRef idx="0">
              <a:scrgbClr r="0" g="0" b="0"/>
            </a:lnRef>
            <a:fillRef idx="0">
              <a:scrgbClr r="0" g="0" b="0"/>
            </a:fillRef>
            <a:effectRef idx="0">
              <a:scrgbClr r="0" g="0" b="0"/>
            </a:effectRef>
            <a:fontRef idx="minor"/>
          </p:style>
        </p:sp>
        <p:sp>
          <p:nvSpPr>
            <p:cNvPr id="1333" name="CustomShape 11"/>
            <p:cNvSpPr/>
            <p:nvPr/>
          </p:nvSpPr>
          <p:spPr>
            <a:xfrm>
              <a:off x="5493960" y="4060440"/>
              <a:ext cx="15480" cy="140400"/>
            </a:xfrm>
            <a:custGeom>
              <a:avLst/>
              <a:gdLst/>
              <a:ahLst/>
              <a:cxnLst/>
              <a:rect l="l" t="t" r="r" b="b"/>
              <a:pathLst>
                <a:path w="233" h="2428">
                  <a:moveTo>
                    <a:pt x="0" y="0"/>
                  </a:moveTo>
                  <a:lnTo>
                    <a:pt x="0" y="2251"/>
                  </a:lnTo>
                  <a:cubicBezTo>
                    <a:pt x="56" y="2307"/>
                    <a:pt x="142" y="2362"/>
                    <a:pt x="233" y="2428"/>
                  </a:cubicBezTo>
                  <a:lnTo>
                    <a:pt x="233" y="162"/>
                  </a:lnTo>
                  <a:cubicBezTo>
                    <a:pt x="132" y="127"/>
                    <a:pt x="56" y="66"/>
                    <a:pt x="0" y="0"/>
                  </a:cubicBezTo>
                  <a:close/>
                </a:path>
              </a:pathLst>
            </a:custGeom>
            <a:solidFill>
              <a:srgbClr val="171A1E"/>
            </a:solidFill>
            <a:ln w="9360">
              <a:solidFill>
                <a:srgbClr val="171A1E"/>
              </a:solidFill>
              <a:round/>
            </a:ln>
          </p:spPr>
          <p:style>
            <a:lnRef idx="0">
              <a:scrgbClr r="0" g="0" b="0"/>
            </a:lnRef>
            <a:fillRef idx="0">
              <a:scrgbClr r="0" g="0" b="0"/>
            </a:fillRef>
            <a:effectRef idx="0">
              <a:scrgbClr r="0" g="0" b="0"/>
            </a:effectRef>
            <a:fontRef idx="minor"/>
          </p:style>
        </p:sp>
        <p:sp>
          <p:nvSpPr>
            <p:cNvPr id="1334" name="CustomShape 12"/>
            <p:cNvSpPr/>
            <p:nvPr/>
          </p:nvSpPr>
          <p:spPr>
            <a:xfrm>
              <a:off x="6781680" y="3566880"/>
              <a:ext cx="2180880" cy="1171080"/>
            </a:xfrm>
            <a:custGeom>
              <a:avLst/>
              <a:gdLst/>
              <a:ahLst/>
              <a:cxnLst/>
              <a:rect l="l" t="t" r="r" b="b"/>
              <a:pathLst>
                <a:path w="30908" h="20211">
                  <a:moveTo>
                    <a:pt x="30908" y="0"/>
                  </a:moveTo>
                  <a:lnTo>
                    <a:pt x="0" y="17970"/>
                  </a:lnTo>
                  <a:lnTo>
                    <a:pt x="0" y="20211"/>
                  </a:lnTo>
                  <a:lnTo>
                    <a:pt x="30908" y="2246"/>
                  </a:lnTo>
                  <a:lnTo>
                    <a:pt x="30908" y="0"/>
                  </a:lnTo>
                  <a:close/>
                </a:path>
              </a:pathLst>
            </a:custGeom>
            <a:solidFill>
              <a:srgbClr val="242B31"/>
            </a:solidFill>
            <a:ln w="9360">
              <a:solidFill>
                <a:srgbClr val="242B31"/>
              </a:solidFill>
              <a:round/>
            </a:ln>
          </p:spPr>
          <p:style>
            <a:lnRef idx="0">
              <a:scrgbClr r="0" g="0" b="0"/>
            </a:lnRef>
            <a:fillRef idx="0">
              <a:scrgbClr r="0" g="0" b="0"/>
            </a:fillRef>
            <a:effectRef idx="0">
              <a:scrgbClr r="0" g="0" b="0"/>
            </a:effectRef>
            <a:fontRef idx="minor"/>
          </p:style>
        </p:sp>
        <p:sp>
          <p:nvSpPr>
            <p:cNvPr id="1335" name="CustomShape 13"/>
            <p:cNvSpPr/>
            <p:nvPr/>
          </p:nvSpPr>
          <p:spPr>
            <a:xfrm>
              <a:off x="5500440" y="4065840"/>
              <a:ext cx="1143720" cy="672120"/>
            </a:xfrm>
            <a:custGeom>
              <a:avLst/>
              <a:gdLst/>
              <a:ahLst/>
              <a:cxnLst/>
              <a:rect l="l" t="t" r="r" b="b"/>
              <a:pathLst>
                <a:path w="16211" h="11608">
                  <a:moveTo>
                    <a:pt x="0" y="0"/>
                  </a:moveTo>
                  <a:lnTo>
                    <a:pt x="36" y="2276"/>
                  </a:lnTo>
                  <a:lnTo>
                    <a:pt x="16210" y="11608"/>
                  </a:lnTo>
                  <a:lnTo>
                    <a:pt x="16210" y="9367"/>
                  </a:lnTo>
                  <a:lnTo>
                    <a:pt x="0" y="0"/>
                  </a:lnTo>
                  <a:close/>
                </a:path>
              </a:pathLst>
            </a:custGeom>
            <a:solidFill>
              <a:srgbClr val="242B31"/>
            </a:solidFill>
            <a:ln w="9360">
              <a:solidFill>
                <a:srgbClr val="242B31"/>
              </a:solidFill>
              <a:round/>
            </a:ln>
          </p:spPr>
          <p:style>
            <a:lnRef idx="0">
              <a:scrgbClr r="0" g="0" b="0"/>
            </a:lnRef>
            <a:fillRef idx="0">
              <a:scrgbClr r="0" g="0" b="0"/>
            </a:fillRef>
            <a:effectRef idx="0">
              <a:scrgbClr r="0" g="0" b="0"/>
            </a:effectRef>
            <a:fontRef idx="minor"/>
          </p:style>
        </p:sp>
        <p:sp>
          <p:nvSpPr>
            <p:cNvPr id="1336" name="CustomShape 14"/>
            <p:cNvSpPr/>
            <p:nvPr/>
          </p:nvSpPr>
          <p:spPr>
            <a:xfrm>
              <a:off x="5472000" y="2949840"/>
              <a:ext cx="3528000" cy="1671480"/>
            </a:xfrm>
            <a:custGeom>
              <a:avLst/>
              <a:gdLst/>
              <a:ahLst/>
              <a:cxnLst/>
              <a:rect l="l" t="t" r="r" b="b"/>
              <a:pathLst>
                <a:path w="50001" h="28841">
                  <a:moveTo>
                    <a:pt x="32408" y="0"/>
                  </a:moveTo>
                  <a:cubicBezTo>
                    <a:pt x="32055" y="0"/>
                    <a:pt x="31702" y="77"/>
                    <a:pt x="31434" y="231"/>
                  </a:cubicBezTo>
                  <a:lnTo>
                    <a:pt x="527" y="18201"/>
                  </a:lnTo>
                  <a:cubicBezTo>
                    <a:pt x="1" y="18510"/>
                    <a:pt x="1" y="19016"/>
                    <a:pt x="537" y="19319"/>
                  </a:cubicBezTo>
                  <a:lnTo>
                    <a:pt x="16625" y="28605"/>
                  </a:lnTo>
                  <a:cubicBezTo>
                    <a:pt x="16896" y="28762"/>
                    <a:pt x="17249" y="28840"/>
                    <a:pt x="17601" y="28840"/>
                  </a:cubicBezTo>
                  <a:cubicBezTo>
                    <a:pt x="17953" y="28840"/>
                    <a:pt x="18304" y="28762"/>
                    <a:pt x="18573" y="28605"/>
                  </a:cubicBezTo>
                  <a:lnTo>
                    <a:pt x="49475" y="10640"/>
                  </a:lnTo>
                  <a:cubicBezTo>
                    <a:pt x="50001" y="10332"/>
                    <a:pt x="50001" y="9826"/>
                    <a:pt x="49465" y="9522"/>
                  </a:cubicBezTo>
                  <a:lnTo>
                    <a:pt x="33381" y="231"/>
                  </a:lnTo>
                  <a:cubicBezTo>
                    <a:pt x="33113" y="77"/>
                    <a:pt x="32761" y="0"/>
                    <a:pt x="32408" y="0"/>
                  </a:cubicBezTo>
                  <a:close/>
                </a:path>
              </a:pathLst>
            </a:custGeom>
            <a:solidFill>
              <a:srgbClr val="494949"/>
            </a:solidFill>
            <a:ln w="9360">
              <a:solidFill>
                <a:srgbClr val="494949"/>
              </a:solidFill>
              <a:round/>
            </a:ln>
          </p:spPr>
          <p:style>
            <a:lnRef idx="0">
              <a:scrgbClr r="0" g="0" b="0"/>
            </a:lnRef>
            <a:fillRef idx="0">
              <a:scrgbClr r="0" g="0" b="0"/>
            </a:fillRef>
            <a:effectRef idx="0">
              <a:scrgbClr r="0" g="0" b="0"/>
            </a:effectRef>
            <a:fontRef idx="minor"/>
          </p:style>
        </p:sp>
        <p:sp>
          <p:nvSpPr>
            <p:cNvPr id="1337" name="CustomShape 15"/>
            <p:cNvSpPr/>
            <p:nvPr/>
          </p:nvSpPr>
          <p:spPr>
            <a:xfrm>
              <a:off x="6644520" y="4608360"/>
              <a:ext cx="137160" cy="143640"/>
            </a:xfrm>
            <a:custGeom>
              <a:avLst/>
              <a:gdLst/>
              <a:ahLst/>
              <a:cxnLst/>
              <a:rect l="l" t="t" r="r" b="b"/>
              <a:pathLst>
                <a:path w="1948" h="2481">
                  <a:moveTo>
                    <a:pt x="0" y="0"/>
                  </a:moveTo>
                  <a:lnTo>
                    <a:pt x="0" y="2246"/>
                  </a:lnTo>
                  <a:cubicBezTo>
                    <a:pt x="268" y="2403"/>
                    <a:pt x="621" y="2481"/>
                    <a:pt x="974" y="2481"/>
                  </a:cubicBezTo>
                  <a:cubicBezTo>
                    <a:pt x="1327" y="2481"/>
                    <a:pt x="1679" y="2403"/>
                    <a:pt x="1947" y="2246"/>
                  </a:cubicBezTo>
                  <a:lnTo>
                    <a:pt x="1947" y="0"/>
                  </a:lnTo>
                  <a:cubicBezTo>
                    <a:pt x="1679" y="152"/>
                    <a:pt x="1325" y="228"/>
                    <a:pt x="972" y="228"/>
                  </a:cubicBezTo>
                  <a:cubicBezTo>
                    <a:pt x="619" y="228"/>
                    <a:pt x="266" y="152"/>
                    <a:pt x="0" y="0"/>
                  </a:cubicBezTo>
                  <a:close/>
                </a:path>
              </a:pathLst>
            </a:custGeom>
            <a:solidFill>
              <a:srgbClr val="171A1E"/>
            </a:solidFill>
            <a:ln>
              <a:noFill/>
            </a:ln>
          </p:spPr>
          <p:style>
            <a:lnRef idx="0">
              <a:scrgbClr r="0" g="0" b="0"/>
            </a:lnRef>
            <a:fillRef idx="0">
              <a:scrgbClr r="0" g="0" b="0"/>
            </a:fillRef>
            <a:effectRef idx="0">
              <a:scrgbClr r="0" g="0" b="0"/>
            </a:effectRef>
            <a:fontRef idx="minor"/>
          </p:style>
        </p:sp>
        <p:sp>
          <p:nvSpPr>
            <p:cNvPr id="1338" name="CustomShape 16"/>
            <p:cNvSpPr/>
            <p:nvPr/>
          </p:nvSpPr>
          <p:spPr>
            <a:xfrm>
              <a:off x="6644520" y="4608360"/>
              <a:ext cx="4320" cy="132480"/>
            </a:xfrm>
            <a:custGeom>
              <a:avLst/>
              <a:gdLst/>
              <a:ahLst/>
              <a:cxnLst/>
              <a:rect l="l" t="t" r="r" b="b"/>
              <a:pathLst>
                <a:path w="66" h="2287">
                  <a:moveTo>
                    <a:pt x="0" y="0"/>
                  </a:moveTo>
                  <a:lnTo>
                    <a:pt x="0" y="2246"/>
                  </a:lnTo>
                  <a:cubicBezTo>
                    <a:pt x="20" y="2261"/>
                    <a:pt x="51" y="2266"/>
                    <a:pt x="66" y="2286"/>
                  </a:cubicBezTo>
                  <a:lnTo>
                    <a:pt x="66" y="36"/>
                  </a:lnTo>
                  <a:cubicBezTo>
                    <a:pt x="46" y="25"/>
                    <a:pt x="26" y="10"/>
                    <a:pt x="0" y="0"/>
                  </a:cubicBezTo>
                  <a:close/>
                </a:path>
              </a:pathLst>
            </a:custGeom>
            <a:solidFill>
              <a:srgbClr val="171A1E"/>
            </a:solidFill>
            <a:ln>
              <a:noFill/>
            </a:ln>
          </p:spPr>
          <p:style>
            <a:lnRef idx="0">
              <a:scrgbClr r="0" g="0" b="0"/>
            </a:lnRef>
            <a:fillRef idx="0">
              <a:scrgbClr r="0" g="0" b="0"/>
            </a:fillRef>
            <a:effectRef idx="0">
              <a:scrgbClr r="0" g="0" b="0"/>
            </a:effectRef>
            <a:fontRef idx="minor"/>
          </p:style>
        </p:sp>
        <p:sp>
          <p:nvSpPr>
            <p:cNvPr id="1339" name="CustomShape 17"/>
            <p:cNvSpPr/>
            <p:nvPr/>
          </p:nvSpPr>
          <p:spPr>
            <a:xfrm>
              <a:off x="5770080" y="3069720"/>
              <a:ext cx="2951280" cy="1406880"/>
            </a:xfrm>
            <a:custGeom>
              <a:avLst/>
              <a:gdLst/>
              <a:ahLst/>
              <a:cxnLst/>
              <a:rect l="l" t="t" r="r" b="b"/>
              <a:pathLst>
                <a:path w="41823" h="24268">
                  <a:moveTo>
                    <a:pt x="25092" y="0"/>
                  </a:moveTo>
                  <a:lnTo>
                    <a:pt x="1" y="14592"/>
                  </a:lnTo>
                  <a:lnTo>
                    <a:pt x="16722" y="24267"/>
                  </a:lnTo>
                  <a:lnTo>
                    <a:pt x="41823" y="9666"/>
                  </a:lnTo>
                  <a:lnTo>
                    <a:pt x="25092" y="0"/>
                  </a:lnTo>
                  <a:close/>
                </a:path>
              </a:pathLst>
            </a:custGeom>
            <a:solidFill>
              <a:srgbClr val="EDF7FF"/>
            </a:solidFill>
            <a:ln>
              <a:noFill/>
            </a:ln>
          </p:spPr>
          <p:style>
            <a:lnRef idx="0">
              <a:scrgbClr r="0" g="0" b="0"/>
            </a:lnRef>
            <a:fillRef idx="0">
              <a:scrgbClr r="0" g="0" b="0"/>
            </a:fillRef>
            <a:effectRef idx="0">
              <a:scrgbClr r="0" g="0" b="0"/>
            </a:effectRef>
            <a:fontRef idx="minor"/>
          </p:style>
        </p:sp>
        <p:sp>
          <p:nvSpPr>
            <p:cNvPr id="1340" name="CustomShape 18"/>
            <p:cNvSpPr/>
            <p:nvPr/>
          </p:nvSpPr>
          <p:spPr>
            <a:xfrm>
              <a:off x="8370360" y="3351960"/>
              <a:ext cx="55800" cy="23400"/>
            </a:xfrm>
            <a:custGeom>
              <a:avLst/>
              <a:gdLst/>
              <a:ahLst/>
              <a:cxnLst/>
              <a:rect l="l" t="t" r="r" b="b"/>
              <a:pathLst>
                <a:path w="790" h="408">
                  <a:moveTo>
                    <a:pt x="390" y="1"/>
                  </a:moveTo>
                  <a:cubicBezTo>
                    <a:pt x="299" y="1"/>
                    <a:pt x="205" y="20"/>
                    <a:pt x="132" y="58"/>
                  </a:cubicBezTo>
                  <a:cubicBezTo>
                    <a:pt x="0" y="133"/>
                    <a:pt x="0" y="270"/>
                    <a:pt x="132" y="351"/>
                  </a:cubicBezTo>
                  <a:cubicBezTo>
                    <a:pt x="200" y="389"/>
                    <a:pt x="291" y="408"/>
                    <a:pt x="383" y="408"/>
                  </a:cubicBezTo>
                  <a:cubicBezTo>
                    <a:pt x="474" y="408"/>
                    <a:pt x="567" y="389"/>
                    <a:pt x="637" y="351"/>
                  </a:cubicBezTo>
                  <a:cubicBezTo>
                    <a:pt x="789" y="260"/>
                    <a:pt x="789" y="133"/>
                    <a:pt x="637" y="58"/>
                  </a:cubicBezTo>
                  <a:cubicBezTo>
                    <a:pt x="572" y="20"/>
                    <a:pt x="482" y="1"/>
                    <a:pt x="390" y="1"/>
                  </a:cubicBezTo>
                  <a:close/>
                </a:path>
              </a:pathLst>
            </a:custGeom>
            <a:solidFill>
              <a:srgbClr val="FFFFFF"/>
            </a:solidFill>
            <a:ln>
              <a:noFill/>
            </a:ln>
          </p:spPr>
          <p:style>
            <a:lnRef idx="0">
              <a:scrgbClr r="0" g="0" b="0"/>
            </a:lnRef>
            <a:fillRef idx="0">
              <a:scrgbClr r="0" g="0" b="0"/>
            </a:fillRef>
            <a:effectRef idx="0">
              <a:scrgbClr r="0" g="0" b="0"/>
            </a:effectRef>
            <a:fontRef idx="minor"/>
          </p:style>
        </p:sp>
        <p:sp>
          <p:nvSpPr>
            <p:cNvPr id="1341" name="CustomShape 19"/>
            <p:cNvSpPr/>
            <p:nvPr/>
          </p:nvSpPr>
          <p:spPr>
            <a:xfrm>
              <a:off x="8151120" y="3247200"/>
              <a:ext cx="192240" cy="88560"/>
            </a:xfrm>
            <a:custGeom>
              <a:avLst/>
              <a:gdLst/>
              <a:ahLst/>
              <a:cxnLst/>
              <a:rect l="l" t="t" r="r" b="b"/>
              <a:pathLst>
                <a:path w="2727" h="1534">
                  <a:moveTo>
                    <a:pt x="283" y="0"/>
                  </a:moveTo>
                  <a:cubicBezTo>
                    <a:pt x="218" y="0"/>
                    <a:pt x="152" y="15"/>
                    <a:pt x="102" y="46"/>
                  </a:cubicBezTo>
                  <a:cubicBezTo>
                    <a:pt x="1" y="101"/>
                    <a:pt x="1" y="187"/>
                    <a:pt x="102" y="248"/>
                  </a:cubicBezTo>
                  <a:lnTo>
                    <a:pt x="2267" y="1492"/>
                  </a:lnTo>
                  <a:cubicBezTo>
                    <a:pt x="2317" y="1520"/>
                    <a:pt x="2382" y="1534"/>
                    <a:pt x="2446" y="1534"/>
                  </a:cubicBezTo>
                  <a:cubicBezTo>
                    <a:pt x="2511" y="1534"/>
                    <a:pt x="2575" y="1520"/>
                    <a:pt x="2626" y="1492"/>
                  </a:cubicBezTo>
                  <a:cubicBezTo>
                    <a:pt x="2727" y="1437"/>
                    <a:pt x="2727" y="1346"/>
                    <a:pt x="2626" y="1275"/>
                  </a:cubicBezTo>
                  <a:lnTo>
                    <a:pt x="461" y="46"/>
                  </a:lnTo>
                  <a:cubicBezTo>
                    <a:pt x="413" y="15"/>
                    <a:pt x="348" y="0"/>
                    <a:pt x="283" y="0"/>
                  </a:cubicBezTo>
                  <a:close/>
                </a:path>
              </a:pathLst>
            </a:custGeom>
            <a:solidFill>
              <a:srgbClr val="FFFFFF"/>
            </a:solidFill>
            <a:ln>
              <a:noFill/>
            </a:ln>
          </p:spPr>
          <p:style>
            <a:lnRef idx="0">
              <a:scrgbClr r="0" g="0" b="0"/>
            </a:lnRef>
            <a:fillRef idx="0">
              <a:scrgbClr r="0" g="0" b="0"/>
            </a:fillRef>
            <a:effectRef idx="0">
              <a:scrgbClr r="0" g="0" b="0"/>
            </a:effectRef>
            <a:fontRef idx="minor"/>
          </p:style>
        </p:sp>
        <p:sp>
          <p:nvSpPr>
            <p:cNvPr id="1342" name="CustomShape 20"/>
            <p:cNvSpPr/>
            <p:nvPr/>
          </p:nvSpPr>
          <p:spPr>
            <a:xfrm>
              <a:off x="6167880" y="4245120"/>
              <a:ext cx="84960" cy="40680"/>
            </a:xfrm>
            <a:custGeom>
              <a:avLst/>
              <a:gdLst/>
              <a:ahLst/>
              <a:cxnLst/>
              <a:rect l="l" t="t" r="r" b="b"/>
              <a:pathLst>
                <a:path w="1210" h="704">
                  <a:moveTo>
                    <a:pt x="789" y="66"/>
                  </a:moveTo>
                  <a:cubicBezTo>
                    <a:pt x="678" y="1"/>
                    <a:pt x="486" y="1"/>
                    <a:pt x="380" y="66"/>
                  </a:cubicBezTo>
                  <a:lnTo>
                    <a:pt x="112" y="218"/>
                  </a:lnTo>
                  <a:cubicBezTo>
                    <a:pt x="0" y="289"/>
                    <a:pt x="0" y="395"/>
                    <a:pt x="112" y="461"/>
                  </a:cubicBezTo>
                  <a:lnTo>
                    <a:pt x="415" y="638"/>
                  </a:lnTo>
                  <a:cubicBezTo>
                    <a:pt x="531" y="704"/>
                    <a:pt x="718" y="704"/>
                    <a:pt x="830" y="638"/>
                  </a:cubicBezTo>
                  <a:lnTo>
                    <a:pt x="1093" y="486"/>
                  </a:lnTo>
                  <a:cubicBezTo>
                    <a:pt x="1209" y="415"/>
                    <a:pt x="1209" y="309"/>
                    <a:pt x="1093" y="243"/>
                  </a:cubicBezTo>
                  <a:close/>
                </a:path>
              </a:pathLst>
            </a:custGeom>
            <a:noFill/>
            <a:ln w="1080">
              <a:solidFill>
                <a:srgbClr val="FFFFFF"/>
              </a:solidFill>
              <a:miter/>
            </a:ln>
          </p:spPr>
          <p:style>
            <a:lnRef idx="0">
              <a:scrgbClr r="0" g="0" b="0"/>
            </a:lnRef>
            <a:fillRef idx="0">
              <a:scrgbClr r="0" g="0" b="0"/>
            </a:fillRef>
            <a:effectRef idx="0">
              <a:scrgbClr r="0" g="0" b="0"/>
            </a:effectRef>
            <a:fontRef idx="minor"/>
          </p:style>
        </p:sp>
        <p:sp>
          <p:nvSpPr>
            <p:cNvPr id="1343" name="CustomShape 21"/>
            <p:cNvSpPr/>
            <p:nvPr/>
          </p:nvSpPr>
          <p:spPr>
            <a:xfrm>
              <a:off x="6584400" y="4388400"/>
              <a:ext cx="30240" cy="14760"/>
            </a:xfrm>
            <a:custGeom>
              <a:avLst/>
              <a:gdLst/>
              <a:ahLst/>
              <a:cxnLst/>
              <a:rect l="l" t="t" r="r" b="b"/>
              <a:pathLst>
                <a:path w="436" h="254">
                  <a:moveTo>
                    <a:pt x="435" y="254"/>
                  </a:moveTo>
                  <a:lnTo>
                    <a:pt x="0" y="1"/>
                  </a:lnTo>
                </a:path>
              </a:pathLst>
            </a:custGeom>
            <a:noFill/>
            <a:ln w="1080">
              <a:solidFill>
                <a:srgbClr val="FFFFFF"/>
              </a:solidFill>
              <a:miter/>
            </a:ln>
          </p:spPr>
          <p:style>
            <a:lnRef idx="0">
              <a:scrgbClr r="0" g="0" b="0"/>
            </a:lnRef>
            <a:fillRef idx="0">
              <a:scrgbClr r="0" g="0" b="0"/>
            </a:fillRef>
            <a:effectRef idx="0">
              <a:scrgbClr r="0" g="0" b="0"/>
            </a:effectRef>
            <a:fontRef idx="minor"/>
          </p:style>
        </p:sp>
        <p:sp>
          <p:nvSpPr>
            <p:cNvPr id="1344" name="CustomShape 22"/>
            <p:cNvSpPr/>
            <p:nvPr/>
          </p:nvSpPr>
          <p:spPr>
            <a:xfrm>
              <a:off x="6570720" y="4395960"/>
              <a:ext cx="30600" cy="14040"/>
            </a:xfrm>
            <a:custGeom>
              <a:avLst/>
              <a:gdLst/>
              <a:ahLst/>
              <a:cxnLst/>
              <a:rect l="l" t="t" r="r" b="b"/>
              <a:pathLst>
                <a:path w="436" h="244">
                  <a:moveTo>
                    <a:pt x="435" y="243"/>
                  </a:moveTo>
                  <a:lnTo>
                    <a:pt x="0" y="0"/>
                  </a:lnTo>
                </a:path>
              </a:pathLst>
            </a:custGeom>
            <a:noFill/>
            <a:ln w="1080">
              <a:solidFill>
                <a:srgbClr val="FFFFFF"/>
              </a:solidFill>
              <a:miter/>
            </a:ln>
          </p:spPr>
          <p:style>
            <a:lnRef idx="0">
              <a:scrgbClr r="0" g="0" b="0"/>
            </a:lnRef>
            <a:fillRef idx="0">
              <a:scrgbClr r="0" g="0" b="0"/>
            </a:fillRef>
            <a:effectRef idx="0">
              <a:scrgbClr r="0" g="0" b="0"/>
            </a:effectRef>
            <a:fontRef idx="minor"/>
          </p:style>
        </p:sp>
        <p:sp>
          <p:nvSpPr>
            <p:cNvPr id="1345" name="CustomShape 23"/>
            <p:cNvSpPr/>
            <p:nvPr/>
          </p:nvSpPr>
          <p:spPr>
            <a:xfrm>
              <a:off x="6556320" y="4402800"/>
              <a:ext cx="30240" cy="13680"/>
            </a:xfrm>
            <a:custGeom>
              <a:avLst/>
              <a:gdLst/>
              <a:ahLst/>
              <a:cxnLst/>
              <a:rect l="l" t="t" r="r" b="b"/>
              <a:pathLst>
                <a:path w="431" h="249">
                  <a:moveTo>
                    <a:pt x="431" y="248"/>
                  </a:moveTo>
                  <a:lnTo>
                    <a:pt x="1" y="1"/>
                  </a:lnTo>
                </a:path>
              </a:pathLst>
            </a:custGeom>
            <a:noFill/>
            <a:ln w="1080">
              <a:solidFill>
                <a:srgbClr val="FFFFFF"/>
              </a:solidFill>
              <a:miter/>
            </a:ln>
          </p:spPr>
          <p:style>
            <a:lnRef idx="0">
              <a:scrgbClr r="0" g="0" b="0"/>
            </a:lnRef>
            <a:fillRef idx="0">
              <a:scrgbClr r="0" g="0" b="0"/>
            </a:fillRef>
            <a:effectRef idx="0">
              <a:scrgbClr r="0" g="0" b="0"/>
            </a:effectRef>
            <a:fontRef idx="minor"/>
          </p:style>
        </p:sp>
        <p:sp>
          <p:nvSpPr>
            <p:cNvPr id="1346" name="CustomShape 24"/>
            <p:cNvSpPr/>
            <p:nvPr/>
          </p:nvSpPr>
          <p:spPr>
            <a:xfrm>
              <a:off x="5860800" y="4103280"/>
              <a:ext cx="28440" cy="19800"/>
            </a:xfrm>
            <a:custGeom>
              <a:avLst/>
              <a:gdLst/>
              <a:ahLst/>
              <a:cxnLst/>
              <a:rect l="l" t="t" r="r" b="b"/>
              <a:pathLst>
                <a:path w="406" h="350">
                  <a:moveTo>
                    <a:pt x="334" y="1"/>
                  </a:moveTo>
                  <a:lnTo>
                    <a:pt x="405" y="350"/>
                  </a:lnTo>
                  <a:lnTo>
                    <a:pt x="1" y="350"/>
                  </a:lnTo>
                </a:path>
              </a:pathLst>
            </a:custGeom>
            <a:noFill/>
            <a:ln w="1080">
              <a:solidFill>
                <a:srgbClr val="FFFFFF"/>
              </a:solidFill>
              <a:round/>
            </a:ln>
          </p:spPr>
          <p:style>
            <a:lnRef idx="0">
              <a:scrgbClr r="0" g="0" b="0"/>
            </a:lnRef>
            <a:fillRef idx="0">
              <a:scrgbClr r="0" g="0" b="0"/>
            </a:fillRef>
            <a:effectRef idx="0">
              <a:scrgbClr r="0" g="0" b="0"/>
            </a:effectRef>
            <a:fontRef idx="minor"/>
          </p:style>
        </p:sp>
        <p:sp>
          <p:nvSpPr>
            <p:cNvPr id="1347" name="CustomShape 25"/>
            <p:cNvSpPr/>
            <p:nvPr/>
          </p:nvSpPr>
          <p:spPr>
            <a:xfrm>
              <a:off x="7363800" y="3069720"/>
              <a:ext cx="1357560" cy="647280"/>
            </a:xfrm>
            <a:custGeom>
              <a:avLst/>
              <a:gdLst/>
              <a:ahLst/>
              <a:cxnLst/>
              <a:rect l="l" t="t" r="r" b="b"/>
              <a:pathLst>
                <a:path w="19235" h="11158">
                  <a:moveTo>
                    <a:pt x="2504" y="0"/>
                  </a:moveTo>
                  <a:lnTo>
                    <a:pt x="1" y="1492"/>
                  </a:lnTo>
                  <a:lnTo>
                    <a:pt x="16716" y="11158"/>
                  </a:lnTo>
                  <a:lnTo>
                    <a:pt x="19235" y="9666"/>
                  </a:lnTo>
                  <a:lnTo>
                    <a:pt x="2504" y="0"/>
                  </a:lnTo>
                  <a:close/>
                </a:path>
              </a:pathLst>
            </a:custGeom>
            <a:solidFill>
              <a:srgbClr val="C9DFEF"/>
            </a:solidFill>
            <a:ln>
              <a:noFill/>
            </a:ln>
          </p:spPr>
          <p:style>
            <a:lnRef idx="0">
              <a:scrgbClr r="0" g="0" b="0"/>
            </a:lnRef>
            <a:fillRef idx="0">
              <a:scrgbClr r="0" g="0" b="0"/>
            </a:fillRef>
            <a:effectRef idx="0">
              <a:scrgbClr r="0" g="0" b="0"/>
            </a:effectRef>
            <a:fontRef idx="minor"/>
          </p:style>
        </p:sp>
        <p:sp>
          <p:nvSpPr>
            <p:cNvPr id="1348" name="CustomShape 26"/>
            <p:cNvSpPr/>
            <p:nvPr/>
          </p:nvSpPr>
          <p:spPr>
            <a:xfrm>
              <a:off x="6720480" y="3528720"/>
              <a:ext cx="1021320" cy="483480"/>
            </a:xfrm>
            <a:custGeom>
              <a:avLst/>
              <a:gdLst/>
              <a:ahLst/>
              <a:cxnLst/>
              <a:rect l="l" t="t" r="r" b="b"/>
              <a:pathLst>
                <a:path w="14476" h="8351">
                  <a:moveTo>
                    <a:pt x="441" y="1"/>
                  </a:moveTo>
                  <a:lnTo>
                    <a:pt x="1" y="254"/>
                  </a:lnTo>
                  <a:lnTo>
                    <a:pt x="14031" y="8351"/>
                  </a:lnTo>
                  <a:lnTo>
                    <a:pt x="14476" y="8108"/>
                  </a:lnTo>
                  <a:lnTo>
                    <a:pt x="441" y="1"/>
                  </a:lnTo>
                  <a:close/>
                </a:path>
              </a:pathLst>
            </a:custGeom>
            <a:solidFill>
              <a:srgbClr val="FFFFFF"/>
            </a:solidFill>
            <a:ln>
              <a:noFill/>
            </a:ln>
          </p:spPr>
          <p:style>
            <a:lnRef idx="0">
              <a:scrgbClr r="0" g="0" b="0"/>
            </a:lnRef>
            <a:fillRef idx="0">
              <a:scrgbClr r="0" g="0" b="0"/>
            </a:fillRef>
            <a:effectRef idx="0">
              <a:scrgbClr r="0" g="0" b="0"/>
            </a:effectRef>
            <a:fontRef idx="minor"/>
          </p:style>
        </p:sp>
        <p:sp>
          <p:nvSpPr>
            <p:cNvPr id="1349" name="CustomShape 27"/>
            <p:cNvSpPr/>
            <p:nvPr/>
          </p:nvSpPr>
          <p:spPr>
            <a:xfrm>
              <a:off x="6605640" y="3586320"/>
              <a:ext cx="1020600" cy="484200"/>
            </a:xfrm>
            <a:custGeom>
              <a:avLst/>
              <a:gdLst/>
              <a:ahLst/>
              <a:cxnLst/>
              <a:rect l="l" t="t" r="r" b="b"/>
              <a:pathLst>
                <a:path w="14471" h="8357">
                  <a:moveTo>
                    <a:pt x="431" y="1"/>
                  </a:moveTo>
                  <a:lnTo>
                    <a:pt x="1" y="254"/>
                  </a:lnTo>
                  <a:lnTo>
                    <a:pt x="14031" y="8356"/>
                  </a:lnTo>
                  <a:lnTo>
                    <a:pt x="14471" y="8108"/>
                  </a:lnTo>
                  <a:lnTo>
                    <a:pt x="431" y="1"/>
                  </a:lnTo>
                  <a:close/>
                </a:path>
              </a:pathLst>
            </a:custGeom>
            <a:solidFill>
              <a:srgbClr val="FFFFFF"/>
            </a:solidFill>
            <a:ln>
              <a:noFill/>
            </a:ln>
          </p:spPr>
          <p:style>
            <a:lnRef idx="0">
              <a:scrgbClr r="0" g="0" b="0"/>
            </a:lnRef>
            <a:fillRef idx="0">
              <a:scrgbClr r="0" g="0" b="0"/>
            </a:fillRef>
            <a:effectRef idx="0">
              <a:scrgbClr r="0" g="0" b="0"/>
            </a:effectRef>
            <a:fontRef idx="minor"/>
          </p:style>
        </p:sp>
        <p:sp>
          <p:nvSpPr>
            <p:cNvPr id="1350" name="CustomShape 28"/>
            <p:cNvSpPr/>
            <p:nvPr/>
          </p:nvSpPr>
          <p:spPr>
            <a:xfrm>
              <a:off x="6487560" y="3641400"/>
              <a:ext cx="1020600" cy="483840"/>
            </a:xfrm>
            <a:custGeom>
              <a:avLst/>
              <a:gdLst/>
              <a:ahLst/>
              <a:cxnLst/>
              <a:rect l="l" t="t" r="r" b="b"/>
              <a:pathLst>
                <a:path w="14466" h="8352">
                  <a:moveTo>
                    <a:pt x="436" y="1"/>
                  </a:moveTo>
                  <a:lnTo>
                    <a:pt x="1" y="249"/>
                  </a:lnTo>
                  <a:lnTo>
                    <a:pt x="14026" y="8351"/>
                  </a:lnTo>
                  <a:lnTo>
                    <a:pt x="14466" y="8103"/>
                  </a:lnTo>
                  <a:lnTo>
                    <a:pt x="436" y="1"/>
                  </a:lnTo>
                  <a:close/>
                </a:path>
              </a:pathLst>
            </a:custGeom>
            <a:solidFill>
              <a:srgbClr val="FFFFFF"/>
            </a:solidFill>
            <a:ln>
              <a:noFill/>
            </a:ln>
          </p:spPr>
          <p:style>
            <a:lnRef idx="0">
              <a:scrgbClr r="0" g="0" b="0"/>
            </a:lnRef>
            <a:fillRef idx="0">
              <a:scrgbClr r="0" g="0" b="0"/>
            </a:fillRef>
            <a:effectRef idx="0">
              <a:scrgbClr r="0" g="0" b="0"/>
            </a:effectRef>
            <a:fontRef idx="minor"/>
          </p:style>
        </p:sp>
        <p:sp>
          <p:nvSpPr>
            <p:cNvPr id="1351" name="CustomShape 29"/>
            <p:cNvSpPr/>
            <p:nvPr/>
          </p:nvSpPr>
          <p:spPr>
            <a:xfrm>
              <a:off x="6372720" y="3699000"/>
              <a:ext cx="1020240" cy="483480"/>
            </a:xfrm>
            <a:custGeom>
              <a:avLst/>
              <a:gdLst/>
              <a:ahLst/>
              <a:cxnLst/>
              <a:rect l="l" t="t" r="r" b="b"/>
              <a:pathLst>
                <a:path w="14471" h="8346">
                  <a:moveTo>
                    <a:pt x="440" y="0"/>
                  </a:moveTo>
                  <a:lnTo>
                    <a:pt x="0" y="243"/>
                  </a:lnTo>
                  <a:lnTo>
                    <a:pt x="14025" y="8345"/>
                  </a:lnTo>
                  <a:lnTo>
                    <a:pt x="14470" y="8108"/>
                  </a:lnTo>
                  <a:lnTo>
                    <a:pt x="440" y="0"/>
                  </a:lnTo>
                  <a:close/>
                </a:path>
              </a:pathLst>
            </a:custGeom>
            <a:solidFill>
              <a:srgbClr val="FFFFFF"/>
            </a:solidFill>
            <a:ln>
              <a:noFill/>
            </a:ln>
          </p:spPr>
          <p:style>
            <a:lnRef idx="0">
              <a:scrgbClr r="0" g="0" b="0"/>
            </a:lnRef>
            <a:fillRef idx="0">
              <a:scrgbClr r="0" g="0" b="0"/>
            </a:fillRef>
            <a:effectRef idx="0">
              <a:scrgbClr r="0" g="0" b="0"/>
            </a:effectRef>
            <a:fontRef idx="minor"/>
          </p:style>
        </p:sp>
        <p:sp>
          <p:nvSpPr>
            <p:cNvPr id="1352" name="CustomShape 30"/>
            <p:cNvSpPr/>
            <p:nvPr/>
          </p:nvSpPr>
          <p:spPr>
            <a:xfrm>
              <a:off x="6804360" y="3122640"/>
              <a:ext cx="1688760" cy="803520"/>
            </a:xfrm>
            <a:custGeom>
              <a:avLst/>
              <a:gdLst/>
              <a:ahLst/>
              <a:cxnLst/>
              <a:rect l="l" t="t" r="r" b="b"/>
              <a:pathLst>
                <a:path w="23944" h="13864">
                  <a:moveTo>
                    <a:pt x="10282" y="0"/>
                  </a:moveTo>
                  <a:cubicBezTo>
                    <a:pt x="10204" y="0"/>
                    <a:pt x="10125" y="18"/>
                    <a:pt x="10065" y="53"/>
                  </a:cubicBezTo>
                  <a:lnTo>
                    <a:pt x="121" y="5865"/>
                  </a:lnTo>
                  <a:cubicBezTo>
                    <a:pt x="0" y="5925"/>
                    <a:pt x="0" y="6042"/>
                    <a:pt x="121" y="6112"/>
                  </a:cubicBezTo>
                  <a:lnTo>
                    <a:pt x="13433" y="13810"/>
                  </a:lnTo>
                  <a:cubicBezTo>
                    <a:pt x="13494" y="13846"/>
                    <a:pt x="13572" y="13863"/>
                    <a:pt x="13650" y="13863"/>
                  </a:cubicBezTo>
                  <a:cubicBezTo>
                    <a:pt x="13728" y="13863"/>
                    <a:pt x="13805" y="13846"/>
                    <a:pt x="13863" y="13810"/>
                  </a:cubicBezTo>
                  <a:lnTo>
                    <a:pt x="23822" y="7999"/>
                  </a:lnTo>
                  <a:cubicBezTo>
                    <a:pt x="23943" y="7933"/>
                    <a:pt x="23943" y="7817"/>
                    <a:pt x="23822" y="7746"/>
                  </a:cubicBezTo>
                  <a:lnTo>
                    <a:pt x="10495" y="53"/>
                  </a:lnTo>
                  <a:cubicBezTo>
                    <a:pt x="10437" y="18"/>
                    <a:pt x="10359" y="0"/>
                    <a:pt x="10282" y="0"/>
                  </a:cubicBezTo>
                  <a:close/>
                </a:path>
              </a:pathLst>
            </a:custGeom>
            <a:solidFill>
              <a:srgbClr val="527476"/>
            </a:solidFill>
            <a:ln>
              <a:noFill/>
            </a:ln>
          </p:spPr>
          <p:style>
            <a:lnRef idx="0">
              <a:scrgbClr r="0" g="0" b="0"/>
            </a:lnRef>
            <a:fillRef idx="0">
              <a:scrgbClr r="0" g="0" b="0"/>
            </a:fillRef>
            <a:effectRef idx="0">
              <a:scrgbClr r="0" g="0" b="0"/>
            </a:effectRef>
            <a:fontRef idx="minor"/>
          </p:style>
        </p:sp>
        <p:sp>
          <p:nvSpPr>
            <p:cNvPr id="1353" name="CustomShape 31"/>
            <p:cNvSpPr/>
            <p:nvPr/>
          </p:nvSpPr>
          <p:spPr>
            <a:xfrm>
              <a:off x="7671240" y="2291760"/>
              <a:ext cx="482760" cy="1251360"/>
            </a:xfrm>
            <a:custGeom>
              <a:avLst/>
              <a:gdLst/>
              <a:ahLst/>
              <a:cxnLst/>
              <a:rect l="l" t="t" r="r" b="b"/>
              <a:pathLst>
                <a:path w="6854" h="21587">
                  <a:moveTo>
                    <a:pt x="0" y="0"/>
                  </a:moveTo>
                  <a:lnTo>
                    <a:pt x="61" y="17712"/>
                  </a:lnTo>
                  <a:lnTo>
                    <a:pt x="6853" y="21587"/>
                  </a:lnTo>
                  <a:lnTo>
                    <a:pt x="6793" y="3885"/>
                  </a:lnTo>
                  <a:lnTo>
                    <a:pt x="0" y="0"/>
                  </a:lnTo>
                  <a:close/>
                </a:path>
              </a:pathLst>
            </a:custGeom>
            <a:solidFill>
              <a:srgbClr val="D2A367"/>
            </a:solidFill>
            <a:ln>
              <a:noFill/>
            </a:ln>
          </p:spPr>
          <p:style>
            <a:lnRef idx="0">
              <a:scrgbClr r="0" g="0" b="0"/>
            </a:lnRef>
            <a:fillRef idx="0">
              <a:scrgbClr r="0" g="0" b="0"/>
            </a:fillRef>
            <a:effectRef idx="0">
              <a:scrgbClr r="0" g="0" b="0"/>
            </a:effectRef>
            <a:fontRef idx="minor"/>
          </p:style>
        </p:sp>
        <p:sp>
          <p:nvSpPr>
            <p:cNvPr id="1354" name="CustomShape 32"/>
            <p:cNvSpPr/>
            <p:nvPr/>
          </p:nvSpPr>
          <p:spPr>
            <a:xfrm>
              <a:off x="7204680" y="2291760"/>
              <a:ext cx="465840" cy="1243440"/>
            </a:xfrm>
            <a:custGeom>
              <a:avLst/>
              <a:gdLst/>
              <a:ahLst/>
              <a:cxnLst/>
              <a:rect l="l" t="t" r="r" b="b"/>
              <a:pathLst>
                <a:path w="6612" h="21455">
                  <a:moveTo>
                    <a:pt x="6611" y="0"/>
                  </a:moveTo>
                  <a:lnTo>
                    <a:pt x="1" y="3753"/>
                  </a:lnTo>
                  <a:lnTo>
                    <a:pt x="61" y="21455"/>
                  </a:lnTo>
                  <a:lnTo>
                    <a:pt x="6545" y="17712"/>
                  </a:lnTo>
                  <a:lnTo>
                    <a:pt x="6611" y="0"/>
                  </a:lnTo>
                  <a:close/>
                </a:path>
              </a:pathLst>
            </a:custGeom>
            <a:solidFill>
              <a:srgbClr val="D2A367"/>
            </a:solidFill>
            <a:ln>
              <a:noFill/>
            </a:ln>
          </p:spPr>
          <p:style>
            <a:lnRef idx="0">
              <a:scrgbClr r="0" g="0" b="0"/>
            </a:lnRef>
            <a:fillRef idx="0">
              <a:scrgbClr r="0" g="0" b="0"/>
            </a:fillRef>
            <a:effectRef idx="0">
              <a:scrgbClr r="0" g="0" b="0"/>
            </a:effectRef>
            <a:fontRef idx="minor"/>
          </p:style>
        </p:sp>
        <p:sp>
          <p:nvSpPr>
            <p:cNvPr id="1355" name="CustomShape 33"/>
            <p:cNvSpPr/>
            <p:nvPr/>
          </p:nvSpPr>
          <p:spPr>
            <a:xfrm>
              <a:off x="7683480" y="2516760"/>
              <a:ext cx="470520" cy="1243440"/>
            </a:xfrm>
            <a:custGeom>
              <a:avLst/>
              <a:gdLst/>
              <a:ahLst/>
              <a:cxnLst/>
              <a:rect l="l" t="t" r="r" b="b"/>
              <a:pathLst>
                <a:path w="6677" h="21451">
                  <a:moveTo>
                    <a:pt x="6616" y="1"/>
                  </a:moveTo>
                  <a:lnTo>
                    <a:pt x="0" y="3743"/>
                  </a:lnTo>
                  <a:lnTo>
                    <a:pt x="66" y="21450"/>
                  </a:lnTo>
                  <a:lnTo>
                    <a:pt x="6676" y="17703"/>
                  </a:lnTo>
                  <a:lnTo>
                    <a:pt x="6616" y="1"/>
                  </a:lnTo>
                  <a:close/>
                </a:path>
              </a:pathLst>
            </a:custGeom>
            <a:solidFill>
              <a:srgbClr val="D3E8F5"/>
            </a:solidFill>
            <a:ln w="9360">
              <a:solidFill>
                <a:srgbClr val="D3E8F5"/>
              </a:solidFill>
              <a:round/>
            </a:ln>
          </p:spPr>
          <p:style>
            <a:lnRef idx="0">
              <a:scrgbClr r="0" g="0" b="0"/>
            </a:lnRef>
            <a:fillRef idx="0">
              <a:scrgbClr r="0" g="0" b="0"/>
            </a:fillRef>
            <a:effectRef idx="0">
              <a:scrgbClr r="0" g="0" b="0"/>
            </a:effectRef>
            <a:fontRef idx="minor"/>
          </p:style>
        </p:sp>
        <p:sp>
          <p:nvSpPr>
            <p:cNvPr id="1356" name="CustomShape 34"/>
            <p:cNvSpPr/>
            <p:nvPr/>
          </p:nvSpPr>
          <p:spPr>
            <a:xfrm>
              <a:off x="7204680" y="2509200"/>
              <a:ext cx="483120" cy="1251000"/>
            </a:xfrm>
            <a:custGeom>
              <a:avLst/>
              <a:gdLst/>
              <a:ahLst/>
              <a:cxnLst/>
              <a:rect l="l" t="t" r="r" b="b"/>
              <a:pathLst>
                <a:path w="6854" h="21582">
                  <a:moveTo>
                    <a:pt x="1" y="0"/>
                  </a:moveTo>
                  <a:lnTo>
                    <a:pt x="61" y="17702"/>
                  </a:lnTo>
                  <a:lnTo>
                    <a:pt x="6854" y="21581"/>
                  </a:lnTo>
                  <a:lnTo>
                    <a:pt x="6788" y="3874"/>
                  </a:lnTo>
                  <a:lnTo>
                    <a:pt x="1" y="0"/>
                  </a:lnTo>
                  <a:close/>
                </a:path>
              </a:pathLst>
            </a:custGeom>
            <a:solidFill>
              <a:srgbClr val="E8F4FD"/>
            </a:solidFill>
            <a:ln w="9360">
              <a:solidFill>
                <a:srgbClr val="E8F4FD"/>
              </a:solidFill>
              <a:round/>
            </a:ln>
          </p:spPr>
          <p:style>
            <a:lnRef idx="0">
              <a:scrgbClr r="0" g="0" b="0"/>
            </a:lnRef>
            <a:fillRef idx="0">
              <a:scrgbClr r="0" g="0" b="0"/>
            </a:fillRef>
            <a:effectRef idx="0">
              <a:scrgbClr r="0" g="0" b="0"/>
            </a:effectRef>
            <a:fontRef idx="minor"/>
          </p:style>
        </p:sp>
        <p:sp>
          <p:nvSpPr>
            <p:cNvPr id="1357" name="CustomShape 35"/>
            <p:cNvSpPr/>
            <p:nvPr/>
          </p:nvSpPr>
          <p:spPr>
            <a:xfrm>
              <a:off x="7204680" y="2292120"/>
              <a:ext cx="945000" cy="441360"/>
            </a:xfrm>
            <a:custGeom>
              <a:avLst/>
              <a:gdLst/>
              <a:ahLst/>
              <a:cxnLst/>
              <a:rect l="l" t="t" r="r" b="b"/>
              <a:pathLst>
                <a:path w="13404" h="7618">
                  <a:moveTo>
                    <a:pt x="6611" y="0"/>
                  </a:moveTo>
                  <a:lnTo>
                    <a:pt x="1" y="3743"/>
                  </a:lnTo>
                  <a:lnTo>
                    <a:pt x="6788" y="7617"/>
                  </a:lnTo>
                  <a:lnTo>
                    <a:pt x="13404" y="3875"/>
                  </a:lnTo>
                  <a:lnTo>
                    <a:pt x="6611" y="0"/>
                  </a:lnTo>
                  <a:close/>
                </a:path>
              </a:pathLst>
            </a:custGeom>
            <a:solidFill>
              <a:srgbClr val="B4D2DC"/>
            </a:solidFill>
            <a:ln w="9360">
              <a:solidFill>
                <a:srgbClr val="B4D2DC"/>
              </a:solidFill>
              <a:round/>
            </a:ln>
          </p:spPr>
          <p:style>
            <a:lnRef idx="0">
              <a:scrgbClr r="0" g="0" b="0"/>
            </a:lnRef>
            <a:fillRef idx="0">
              <a:scrgbClr r="0" g="0" b="0"/>
            </a:fillRef>
            <a:effectRef idx="0">
              <a:scrgbClr r="0" g="0" b="0"/>
            </a:effectRef>
            <a:fontRef idx="minor"/>
          </p:style>
        </p:sp>
        <p:sp>
          <p:nvSpPr>
            <p:cNvPr id="1358" name="CustomShape 36"/>
            <p:cNvSpPr/>
            <p:nvPr/>
          </p:nvSpPr>
          <p:spPr>
            <a:xfrm>
              <a:off x="7271280" y="2783880"/>
              <a:ext cx="88560" cy="125640"/>
            </a:xfrm>
            <a:custGeom>
              <a:avLst/>
              <a:gdLst/>
              <a:ahLst/>
              <a:cxnLst/>
              <a:rect l="l" t="t" r="r" b="b"/>
              <a:pathLst>
                <a:path w="1260" h="2170">
                  <a:moveTo>
                    <a:pt x="6" y="0"/>
                  </a:moveTo>
                  <a:lnTo>
                    <a:pt x="1" y="1447"/>
                  </a:lnTo>
                  <a:lnTo>
                    <a:pt x="1260" y="2170"/>
                  </a:lnTo>
                  <a:lnTo>
                    <a:pt x="1260" y="1775"/>
                  </a:lnTo>
                  <a:lnTo>
                    <a:pt x="1260" y="723"/>
                  </a:lnTo>
                  <a:lnTo>
                    <a:pt x="355" y="197"/>
                  </a:lnTo>
                  <a:lnTo>
                    <a:pt x="6" y="0"/>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359" name="CustomShape 37"/>
            <p:cNvSpPr/>
            <p:nvPr/>
          </p:nvSpPr>
          <p:spPr>
            <a:xfrm>
              <a:off x="7255440" y="2776320"/>
              <a:ext cx="15840" cy="98280"/>
            </a:xfrm>
            <a:custGeom>
              <a:avLst/>
              <a:gdLst/>
              <a:ahLst/>
              <a:cxnLst/>
              <a:rect l="l" t="t" r="r" b="b"/>
              <a:pathLst>
                <a:path w="229" h="1701">
                  <a:moveTo>
                    <a:pt x="1" y="1"/>
                  </a:moveTo>
                  <a:lnTo>
                    <a:pt x="1" y="1700"/>
                  </a:lnTo>
                  <a:lnTo>
                    <a:pt x="224" y="1579"/>
                  </a:lnTo>
                  <a:lnTo>
                    <a:pt x="229" y="132"/>
                  </a:lnTo>
                  <a:lnTo>
                    <a:pt x="1" y="1"/>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360" name="CustomShape 38"/>
            <p:cNvSpPr/>
            <p:nvPr/>
          </p:nvSpPr>
          <p:spPr>
            <a:xfrm>
              <a:off x="7255440" y="2867760"/>
              <a:ext cx="104400" cy="56160"/>
            </a:xfrm>
            <a:custGeom>
              <a:avLst/>
              <a:gdLst/>
              <a:ahLst/>
              <a:cxnLst/>
              <a:rect l="l" t="t" r="r" b="b"/>
              <a:pathLst>
                <a:path w="1483" h="982">
                  <a:moveTo>
                    <a:pt x="224" y="1"/>
                  </a:moveTo>
                  <a:lnTo>
                    <a:pt x="1" y="122"/>
                  </a:lnTo>
                  <a:lnTo>
                    <a:pt x="1483" y="982"/>
                  </a:lnTo>
                  <a:lnTo>
                    <a:pt x="1483" y="724"/>
                  </a:lnTo>
                  <a:lnTo>
                    <a:pt x="224" y="1"/>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361" name="CustomShape 39"/>
            <p:cNvSpPr/>
            <p:nvPr/>
          </p:nvSpPr>
          <p:spPr>
            <a:xfrm>
              <a:off x="7407360" y="2847960"/>
              <a:ext cx="88560" cy="125280"/>
            </a:xfrm>
            <a:custGeom>
              <a:avLst/>
              <a:gdLst/>
              <a:ahLst/>
              <a:cxnLst/>
              <a:rect l="l" t="t" r="r" b="b"/>
              <a:pathLst>
                <a:path w="1260" h="2171">
                  <a:moveTo>
                    <a:pt x="6" y="1"/>
                  </a:moveTo>
                  <a:lnTo>
                    <a:pt x="0" y="1437"/>
                  </a:lnTo>
                  <a:lnTo>
                    <a:pt x="1255" y="2171"/>
                  </a:lnTo>
                  <a:lnTo>
                    <a:pt x="1255" y="1776"/>
                  </a:lnTo>
                  <a:lnTo>
                    <a:pt x="1260" y="719"/>
                  </a:lnTo>
                  <a:lnTo>
                    <a:pt x="349" y="193"/>
                  </a:lnTo>
                  <a:lnTo>
                    <a:pt x="6" y="1"/>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362" name="CustomShape 40"/>
            <p:cNvSpPr/>
            <p:nvPr/>
          </p:nvSpPr>
          <p:spPr>
            <a:xfrm>
              <a:off x="7391880" y="2840400"/>
              <a:ext cx="15120" cy="99000"/>
            </a:xfrm>
            <a:custGeom>
              <a:avLst/>
              <a:gdLst/>
              <a:ahLst/>
              <a:cxnLst/>
              <a:rect l="l" t="t" r="r" b="b"/>
              <a:pathLst>
                <a:path w="223" h="1705">
                  <a:moveTo>
                    <a:pt x="0" y="0"/>
                  </a:moveTo>
                  <a:lnTo>
                    <a:pt x="0" y="1705"/>
                  </a:lnTo>
                  <a:lnTo>
                    <a:pt x="217" y="1568"/>
                  </a:lnTo>
                  <a:lnTo>
                    <a:pt x="223" y="132"/>
                  </a:lnTo>
                  <a:lnTo>
                    <a:pt x="0" y="0"/>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363" name="CustomShape 41"/>
            <p:cNvSpPr/>
            <p:nvPr/>
          </p:nvSpPr>
          <p:spPr>
            <a:xfrm>
              <a:off x="7391880" y="2931120"/>
              <a:ext cx="103320" cy="57240"/>
            </a:xfrm>
            <a:custGeom>
              <a:avLst/>
              <a:gdLst/>
              <a:ahLst/>
              <a:cxnLst/>
              <a:rect l="l" t="t" r="r" b="b"/>
              <a:pathLst>
                <a:path w="1472" h="992">
                  <a:moveTo>
                    <a:pt x="217" y="0"/>
                  </a:moveTo>
                  <a:lnTo>
                    <a:pt x="0" y="137"/>
                  </a:lnTo>
                  <a:lnTo>
                    <a:pt x="1472" y="991"/>
                  </a:lnTo>
                  <a:lnTo>
                    <a:pt x="1472" y="734"/>
                  </a:lnTo>
                  <a:lnTo>
                    <a:pt x="217" y="0"/>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364" name="CustomShape 42"/>
            <p:cNvSpPr/>
            <p:nvPr/>
          </p:nvSpPr>
          <p:spPr>
            <a:xfrm>
              <a:off x="7543440" y="2911320"/>
              <a:ext cx="88560" cy="125640"/>
            </a:xfrm>
            <a:custGeom>
              <a:avLst/>
              <a:gdLst/>
              <a:ahLst/>
              <a:cxnLst/>
              <a:rect l="l" t="t" r="r" b="b"/>
              <a:pathLst>
                <a:path w="1255" h="2171">
                  <a:moveTo>
                    <a:pt x="6" y="0"/>
                  </a:moveTo>
                  <a:lnTo>
                    <a:pt x="1" y="1437"/>
                  </a:lnTo>
                  <a:lnTo>
                    <a:pt x="1250" y="2170"/>
                  </a:lnTo>
                  <a:lnTo>
                    <a:pt x="1250" y="1781"/>
                  </a:lnTo>
                  <a:lnTo>
                    <a:pt x="1255" y="724"/>
                  </a:lnTo>
                  <a:lnTo>
                    <a:pt x="344" y="198"/>
                  </a:lnTo>
                  <a:lnTo>
                    <a:pt x="6" y="0"/>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365" name="CustomShape 43"/>
            <p:cNvSpPr/>
            <p:nvPr/>
          </p:nvSpPr>
          <p:spPr>
            <a:xfrm>
              <a:off x="7527240" y="2904120"/>
              <a:ext cx="16200" cy="99000"/>
            </a:xfrm>
            <a:custGeom>
              <a:avLst/>
              <a:gdLst/>
              <a:ahLst/>
              <a:cxnLst/>
              <a:rect l="l" t="t" r="r" b="b"/>
              <a:pathLst>
                <a:path w="234" h="1711">
                  <a:moveTo>
                    <a:pt x="6" y="1"/>
                  </a:moveTo>
                  <a:lnTo>
                    <a:pt x="1" y="1710"/>
                  </a:lnTo>
                  <a:lnTo>
                    <a:pt x="229" y="1569"/>
                  </a:lnTo>
                  <a:lnTo>
                    <a:pt x="234" y="132"/>
                  </a:lnTo>
                  <a:lnTo>
                    <a:pt x="6" y="1"/>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366" name="CustomShape 44"/>
            <p:cNvSpPr/>
            <p:nvPr/>
          </p:nvSpPr>
          <p:spPr>
            <a:xfrm>
              <a:off x="7527240" y="2994840"/>
              <a:ext cx="104040" cy="57240"/>
            </a:xfrm>
            <a:custGeom>
              <a:avLst/>
              <a:gdLst/>
              <a:ahLst/>
              <a:cxnLst/>
              <a:rect l="l" t="t" r="r" b="b"/>
              <a:pathLst>
                <a:path w="1478" h="992">
                  <a:moveTo>
                    <a:pt x="229" y="1"/>
                  </a:moveTo>
                  <a:lnTo>
                    <a:pt x="1" y="142"/>
                  </a:lnTo>
                  <a:lnTo>
                    <a:pt x="1478" y="992"/>
                  </a:lnTo>
                  <a:lnTo>
                    <a:pt x="1478" y="734"/>
                  </a:lnTo>
                  <a:lnTo>
                    <a:pt x="229" y="1"/>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367" name="CustomShape 45"/>
            <p:cNvSpPr/>
            <p:nvPr/>
          </p:nvSpPr>
          <p:spPr>
            <a:xfrm>
              <a:off x="7271280" y="2941200"/>
              <a:ext cx="88560" cy="124560"/>
            </a:xfrm>
            <a:custGeom>
              <a:avLst/>
              <a:gdLst/>
              <a:ahLst/>
              <a:cxnLst/>
              <a:rect l="l" t="t" r="r" b="b"/>
              <a:pathLst>
                <a:path w="1260" h="2165">
                  <a:moveTo>
                    <a:pt x="6" y="0"/>
                  </a:moveTo>
                  <a:lnTo>
                    <a:pt x="1" y="1441"/>
                  </a:lnTo>
                  <a:lnTo>
                    <a:pt x="1260" y="2165"/>
                  </a:lnTo>
                  <a:lnTo>
                    <a:pt x="1260" y="1770"/>
                  </a:lnTo>
                  <a:lnTo>
                    <a:pt x="1260" y="723"/>
                  </a:lnTo>
                  <a:lnTo>
                    <a:pt x="355" y="197"/>
                  </a:lnTo>
                  <a:lnTo>
                    <a:pt x="6" y="0"/>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368" name="CustomShape 46"/>
            <p:cNvSpPr/>
            <p:nvPr/>
          </p:nvSpPr>
          <p:spPr>
            <a:xfrm>
              <a:off x="7255440" y="2932920"/>
              <a:ext cx="15840" cy="98640"/>
            </a:xfrm>
            <a:custGeom>
              <a:avLst/>
              <a:gdLst/>
              <a:ahLst/>
              <a:cxnLst/>
              <a:rect l="l" t="t" r="r" b="b"/>
              <a:pathLst>
                <a:path w="229" h="1700">
                  <a:moveTo>
                    <a:pt x="1" y="1"/>
                  </a:moveTo>
                  <a:lnTo>
                    <a:pt x="1" y="1700"/>
                  </a:lnTo>
                  <a:lnTo>
                    <a:pt x="224" y="1573"/>
                  </a:lnTo>
                  <a:lnTo>
                    <a:pt x="229" y="132"/>
                  </a:lnTo>
                  <a:lnTo>
                    <a:pt x="1" y="1"/>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369" name="CustomShape 47"/>
            <p:cNvSpPr/>
            <p:nvPr/>
          </p:nvSpPr>
          <p:spPr>
            <a:xfrm>
              <a:off x="7255440" y="3024000"/>
              <a:ext cx="104400" cy="56520"/>
            </a:xfrm>
            <a:custGeom>
              <a:avLst/>
              <a:gdLst/>
              <a:ahLst/>
              <a:cxnLst/>
              <a:rect l="l" t="t" r="r" b="b"/>
              <a:pathLst>
                <a:path w="1483" h="982">
                  <a:moveTo>
                    <a:pt x="224" y="0"/>
                  </a:moveTo>
                  <a:lnTo>
                    <a:pt x="1" y="127"/>
                  </a:lnTo>
                  <a:lnTo>
                    <a:pt x="1483" y="982"/>
                  </a:lnTo>
                  <a:lnTo>
                    <a:pt x="1483" y="724"/>
                  </a:lnTo>
                  <a:lnTo>
                    <a:pt x="224" y="0"/>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370" name="CustomShape 48"/>
            <p:cNvSpPr/>
            <p:nvPr/>
          </p:nvSpPr>
          <p:spPr>
            <a:xfrm>
              <a:off x="7407360" y="3005280"/>
              <a:ext cx="88560" cy="124920"/>
            </a:xfrm>
            <a:custGeom>
              <a:avLst/>
              <a:gdLst/>
              <a:ahLst/>
              <a:cxnLst/>
              <a:rect l="l" t="t" r="r" b="b"/>
              <a:pathLst>
                <a:path w="1260" h="2161">
                  <a:moveTo>
                    <a:pt x="6" y="1"/>
                  </a:moveTo>
                  <a:lnTo>
                    <a:pt x="0" y="1437"/>
                  </a:lnTo>
                  <a:lnTo>
                    <a:pt x="1255" y="2160"/>
                  </a:lnTo>
                  <a:lnTo>
                    <a:pt x="1255" y="1771"/>
                  </a:lnTo>
                  <a:lnTo>
                    <a:pt x="1260" y="719"/>
                  </a:lnTo>
                  <a:lnTo>
                    <a:pt x="349" y="198"/>
                  </a:lnTo>
                  <a:lnTo>
                    <a:pt x="6" y="1"/>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371" name="CustomShape 49"/>
            <p:cNvSpPr/>
            <p:nvPr/>
          </p:nvSpPr>
          <p:spPr>
            <a:xfrm>
              <a:off x="7391880" y="2997360"/>
              <a:ext cx="15120" cy="98280"/>
            </a:xfrm>
            <a:custGeom>
              <a:avLst/>
              <a:gdLst/>
              <a:ahLst/>
              <a:cxnLst/>
              <a:rect l="l" t="t" r="r" b="b"/>
              <a:pathLst>
                <a:path w="223" h="1700">
                  <a:moveTo>
                    <a:pt x="0" y="0"/>
                  </a:moveTo>
                  <a:lnTo>
                    <a:pt x="0" y="1700"/>
                  </a:lnTo>
                  <a:lnTo>
                    <a:pt x="217" y="1568"/>
                  </a:lnTo>
                  <a:lnTo>
                    <a:pt x="223" y="132"/>
                  </a:lnTo>
                  <a:lnTo>
                    <a:pt x="0" y="0"/>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372" name="CustomShape 50"/>
            <p:cNvSpPr/>
            <p:nvPr/>
          </p:nvSpPr>
          <p:spPr>
            <a:xfrm>
              <a:off x="7391880" y="3088800"/>
              <a:ext cx="103320" cy="56520"/>
            </a:xfrm>
            <a:custGeom>
              <a:avLst/>
              <a:gdLst/>
              <a:ahLst/>
              <a:cxnLst/>
              <a:rect l="l" t="t" r="r" b="b"/>
              <a:pathLst>
                <a:path w="1472" h="987">
                  <a:moveTo>
                    <a:pt x="217" y="0"/>
                  </a:moveTo>
                  <a:lnTo>
                    <a:pt x="0" y="132"/>
                  </a:lnTo>
                  <a:lnTo>
                    <a:pt x="1472" y="986"/>
                  </a:lnTo>
                  <a:lnTo>
                    <a:pt x="1472" y="723"/>
                  </a:lnTo>
                  <a:lnTo>
                    <a:pt x="217" y="0"/>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373" name="CustomShape 51"/>
            <p:cNvSpPr/>
            <p:nvPr/>
          </p:nvSpPr>
          <p:spPr>
            <a:xfrm>
              <a:off x="7543440" y="3068640"/>
              <a:ext cx="88560" cy="125280"/>
            </a:xfrm>
            <a:custGeom>
              <a:avLst/>
              <a:gdLst/>
              <a:ahLst/>
              <a:cxnLst/>
              <a:rect l="l" t="t" r="r" b="b"/>
              <a:pathLst>
                <a:path w="1255" h="2165">
                  <a:moveTo>
                    <a:pt x="6" y="0"/>
                  </a:moveTo>
                  <a:lnTo>
                    <a:pt x="1" y="1437"/>
                  </a:lnTo>
                  <a:lnTo>
                    <a:pt x="1250" y="2165"/>
                  </a:lnTo>
                  <a:lnTo>
                    <a:pt x="1250" y="1770"/>
                  </a:lnTo>
                  <a:lnTo>
                    <a:pt x="1255" y="723"/>
                  </a:lnTo>
                  <a:lnTo>
                    <a:pt x="344" y="197"/>
                  </a:lnTo>
                  <a:lnTo>
                    <a:pt x="6" y="0"/>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374" name="CustomShape 52"/>
            <p:cNvSpPr/>
            <p:nvPr/>
          </p:nvSpPr>
          <p:spPr>
            <a:xfrm>
              <a:off x="7527240" y="3060720"/>
              <a:ext cx="16200" cy="99360"/>
            </a:xfrm>
            <a:custGeom>
              <a:avLst/>
              <a:gdLst/>
              <a:ahLst/>
              <a:cxnLst/>
              <a:rect l="l" t="t" r="r" b="b"/>
              <a:pathLst>
                <a:path w="234" h="1701">
                  <a:moveTo>
                    <a:pt x="6" y="1"/>
                  </a:moveTo>
                  <a:lnTo>
                    <a:pt x="1" y="1700"/>
                  </a:lnTo>
                  <a:lnTo>
                    <a:pt x="229" y="1569"/>
                  </a:lnTo>
                  <a:lnTo>
                    <a:pt x="234" y="132"/>
                  </a:lnTo>
                  <a:lnTo>
                    <a:pt x="6" y="1"/>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375" name="CustomShape 53"/>
            <p:cNvSpPr/>
            <p:nvPr/>
          </p:nvSpPr>
          <p:spPr>
            <a:xfrm>
              <a:off x="7527240" y="3152160"/>
              <a:ext cx="104040" cy="56520"/>
            </a:xfrm>
            <a:custGeom>
              <a:avLst/>
              <a:gdLst/>
              <a:ahLst/>
              <a:cxnLst/>
              <a:rect l="l" t="t" r="r" b="b"/>
              <a:pathLst>
                <a:path w="1478" h="987">
                  <a:moveTo>
                    <a:pt x="229" y="1"/>
                  </a:moveTo>
                  <a:lnTo>
                    <a:pt x="1" y="132"/>
                  </a:lnTo>
                  <a:lnTo>
                    <a:pt x="1478" y="987"/>
                  </a:lnTo>
                  <a:lnTo>
                    <a:pt x="1478" y="729"/>
                  </a:lnTo>
                  <a:lnTo>
                    <a:pt x="229" y="1"/>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376" name="CustomShape 54"/>
            <p:cNvSpPr/>
            <p:nvPr/>
          </p:nvSpPr>
          <p:spPr>
            <a:xfrm>
              <a:off x="7271280" y="3098160"/>
              <a:ext cx="88560" cy="124920"/>
            </a:xfrm>
            <a:custGeom>
              <a:avLst/>
              <a:gdLst/>
              <a:ahLst/>
              <a:cxnLst/>
              <a:rect l="l" t="t" r="r" b="b"/>
              <a:pathLst>
                <a:path w="1260" h="2166">
                  <a:moveTo>
                    <a:pt x="6" y="1"/>
                  </a:moveTo>
                  <a:lnTo>
                    <a:pt x="1" y="1442"/>
                  </a:lnTo>
                  <a:lnTo>
                    <a:pt x="1260" y="2166"/>
                  </a:lnTo>
                  <a:lnTo>
                    <a:pt x="1260" y="1771"/>
                  </a:lnTo>
                  <a:lnTo>
                    <a:pt x="1260" y="724"/>
                  </a:lnTo>
                  <a:lnTo>
                    <a:pt x="355" y="198"/>
                  </a:lnTo>
                  <a:lnTo>
                    <a:pt x="6" y="1"/>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377" name="CustomShape 55"/>
            <p:cNvSpPr/>
            <p:nvPr/>
          </p:nvSpPr>
          <p:spPr>
            <a:xfrm>
              <a:off x="7255440" y="3090240"/>
              <a:ext cx="15840" cy="98640"/>
            </a:xfrm>
            <a:custGeom>
              <a:avLst/>
              <a:gdLst/>
              <a:ahLst/>
              <a:cxnLst/>
              <a:rect l="l" t="t" r="r" b="b"/>
              <a:pathLst>
                <a:path w="229" h="1705">
                  <a:moveTo>
                    <a:pt x="1" y="0"/>
                  </a:moveTo>
                  <a:lnTo>
                    <a:pt x="1" y="1705"/>
                  </a:lnTo>
                  <a:lnTo>
                    <a:pt x="224" y="1573"/>
                  </a:lnTo>
                  <a:lnTo>
                    <a:pt x="229" y="132"/>
                  </a:lnTo>
                  <a:lnTo>
                    <a:pt x="1" y="0"/>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378" name="CustomShape 56"/>
            <p:cNvSpPr/>
            <p:nvPr/>
          </p:nvSpPr>
          <p:spPr>
            <a:xfrm>
              <a:off x="7255440" y="3181680"/>
              <a:ext cx="104400" cy="56160"/>
            </a:xfrm>
            <a:custGeom>
              <a:avLst/>
              <a:gdLst/>
              <a:ahLst/>
              <a:cxnLst/>
              <a:rect l="l" t="t" r="r" b="b"/>
              <a:pathLst>
                <a:path w="1483" h="982">
                  <a:moveTo>
                    <a:pt x="224" y="0"/>
                  </a:moveTo>
                  <a:lnTo>
                    <a:pt x="1" y="132"/>
                  </a:lnTo>
                  <a:lnTo>
                    <a:pt x="1483" y="982"/>
                  </a:lnTo>
                  <a:lnTo>
                    <a:pt x="1483" y="724"/>
                  </a:lnTo>
                  <a:lnTo>
                    <a:pt x="224" y="0"/>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379" name="CustomShape 57"/>
            <p:cNvSpPr/>
            <p:nvPr/>
          </p:nvSpPr>
          <p:spPr>
            <a:xfrm>
              <a:off x="7407360" y="3161880"/>
              <a:ext cx="88560" cy="125280"/>
            </a:xfrm>
            <a:custGeom>
              <a:avLst/>
              <a:gdLst/>
              <a:ahLst/>
              <a:cxnLst/>
              <a:rect l="l" t="t" r="r" b="b"/>
              <a:pathLst>
                <a:path w="1260" h="2161">
                  <a:moveTo>
                    <a:pt x="6" y="1"/>
                  </a:moveTo>
                  <a:lnTo>
                    <a:pt x="0" y="1442"/>
                  </a:lnTo>
                  <a:lnTo>
                    <a:pt x="1255" y="2160"/>
                  </a:lnTo>
                  <a:lnTo>
                    <a:pt x="1255" y="1771"/>
                  </a:lnTo>
                  <a:lnTo>
                    <a:pt x="1260" y="719"/>
                  </a:lnTo>
                  <a:lnTo>
                    <a:pt x="349" y="198"/>
                  </a:lnTo>
                  <a:lnTo>
                    <a:pt x="6" y="1"/>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380" name="CustomShape 58"/>
            <p:cNvSpPr/>
            <p:nvPr/>
          </p:nvSpPr>
          <p:spPr>
            <a:xfrm>
              <a:off x="7391880" y="3154680"/>
              <a:ext cx="15120" cy="98280"/>
            </a:xfrm>
            <a:custGeom>
              <a:avLst/>
              <a:gdLst/>
              <a:ahLst/>
              <a:cxnLst/>
              <a:rect l="l" t="t" r="r" b="b"/>
              <a:pathLst>
                <a:path w="223" h="1700">
                  <a:moveTo>
                    <a:pt x="0" y="0"/>
                  </a:moveTo>
                  <a:lnTo>
                    <a:pt x="0" y="1699"/>
                  </a:lnTo>
                  <a:lnTo>
                    <a:pt x="217" y="1568"/>
                  </a:lnTo>
                  <a:lnTo>
                    <a:pt x="223" y="132"/>
                  </a:lnTo>
                  <a:lnTo>
                    <a:pt x="0" y="0"/>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381" name="CustomShape 59"/>
            <p:cNvSpPr/>
            <p:nvPr/>
          </p:nvSpPr>
          <p:spPr>
            <a:xfrm>
              <a:off x="7391880" y="3245400"/>
              <a:ext cx="103320" cy="57600"/>
            </a:xfrm>
            <a:custGeom>
              <a:avLst/>
              <a:gdLst/>
              <a:ahLst/>
              <a:cxnLst/>
              <a:rect l="l" t="t" r="r" b="b"/>
              <a:pathLst>
                <a:path w="1472" h="988">
                  <a:moveTo>
                    <a:pt x="217" y="1"/>
                  </a:moveTo>
                  <a:lnTo>
                    <a:pt x="0" y="132"/>
                  </a:lnTo>
                  <a:lnTo>
                    <a:pt x="1472" y="987"/>
                  </a:lnTo>
                  <a:lnTo>
                    <a:pt x="1472" y="724"/>
                  </a:lnTo>
                  <a:lnTo>
                    <a:pt x="217" y="1"/>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382" name="CustomShape 60"/>
            <p:cNvSpPr/>
            <p:nvPr/>
          </p:nvSpPr>
          <p:spPr>
            <a:xfrm>
              <a:off x="7543440" y="3225960"/>
              <a:ext cx="88560" cy="124920"/>
            </a:xfrm>
            <a:custGeom>
              <a:avLst/>
              <a:gdLst/>
              <a:ahLst/>
              <a:cxnLst/>
              <a:rect l="l" t="t" r="r" b="b"/>
              <a:pathLst>
                <a:path w="1255" h="2165">
                  <a:moveTo>
                    <a:pt x="6" y="0"/>
                  </a:moveTo>
                  <a:lnTo>
                    <a:pt x="1" y="1436"/>
                  </a:lnTo>
                  <a:lnTo>
                    <a:pt x="1250" y="2165"/>
                  </a:lnTo>
                  <a:lnTo>
                    <a:pt x="1250" y="1770"/>
                  </a:lnTo>
                  <a:lnTo>
                    <a:pt x="1255" y="723"/>
                  </a:lnTo>
                  <a:lnTo>
                    <a:pt x="344" y="197"/>
                  </a:lnTo>
                  <a:lnTo>
                    <a:pt x="6" y="0"/>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383" name="CustomShape 61"/>
            <p:cNvSpPr/>
            <p:nvPr/>
          </p:nvSpPr>
          <p:spPr>
            <a:xfrm>
              <a:off x="7527240" y="3218040"/>
              <a:ext cx="16200" cy="97920"/>
            </a:xfrm>
            <a:custGeom>
              <a:avLst/>
              <a:gdLst/>
              <a:ahLst/>
              <a:cxnLst/>
              <a:rect l="l" t="t" r="r" b="b"/>
              <a:pathLst>
                <a:path w="234" h="1700">
                  <a:moveTo>
                    <a:pt x="6" y="1"/>
                  </a:moveTo>
                  <a:lnTo>
                    <a:pt x="1" y="1700"/>
                  </a:lnTo>
                  <a:lnTo>
                    <a:pt x="229" y="1568"/>
                  </a:lnTo>
                  <a:lnTo>
                    <a:pt x="234" y="132"/>
                  </a:lnTo>
                  <a:lnTo>
                    <a:pt x="6" y="1"/>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384" name="CustomShape 62"/>
            <p:cNvSpPr/>
            <p:nvPr/>
          </p:nvSpPr>
          <p:spPr>
            <a:xfrm>
              <a:off x="7527240" y="3309120"/>
              <a:ext cx="104040" cy="56880"/>
            </a:xfrm>
            <a:custGeom>
              <a:avLst/>
              <a:gdLst/>
              <a:ahLst/>
              <a:cxnLst/>
              <a:rect l="l" t="t" r="r" b="b"/>
              <a:pathLst>
                <a:path w="1478" h="987">
                  <a:moveTo>
                    <a:pt x="229" y="0"/>
                  </a:moveTo>
                  <a:lnTo>
                    <a:pt x="1" y="132"/>
                  </a:lnTo>
                  <a:lnTo>
                    <a:pt x="1478" y="987"/>
                  </a:lnTo>
                  <a:lnTo>
                    <a:pt x="1478" y="729"/>
                  </a:lnTo>
                  <a:lnTo>
                    <a:pt x="229" y="0"/>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385" name="CustomShape 63"/>
            <p:cNvSpPr/>
            <p:nvPr/>
          </p:nvSpPr>
          <p:spPr>
            <a:xfrm>
              <a:off x="7271280" y="3254400"/>
              <a:ext cx="88560" cy="125640"/>
            </a:xfrm>
            <a:custGeom>
              <a:avLst/>
              <a:gdLst/>
              <a:ahLst/>
              <a:cxnLst/>
              <a:rect l="l" t="t" r="r" b="b"/>
              <a:pathLst>
                <a:path w="1260" h="2171">
                  <a:moveTo>
                    <a:pt x="6" y="1"/>
                  </a:moveTo>
                  <a:lnTo>
                    <a:pt x="1" y="1447"/>
                  </a:lnTo>
                  <a:lnTo>
                    <a:pt x="1260" y="2170"/>
                  </a:lnTo>
                  <a:lnTo>
                    <a:pt x="1260" y="1776"/>
                  </a:lnTo>
                  <a:lnTo>
                    <a:pt x="1260" y="734"/>
                  </a:lnTo>
                  <a:lnTo>
                    <a:pt x="355" y="208"/>
                  </a:lnTo>
                  <a:lnTo>
                    <a:pt x="6" y="1"/>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386" name="CustomShape 64"/>
            <p:cNvSpPr/>
            <p:nvPr/>
          </p:nvSpPr>
          <p:spPr>
            <a:xfrm>
              <a:off x="7255440" y="3247200"/>
              <a:ext cx="15840" cy="98280"/>
            </a:xfrm>
            <a:custGeom>
              <a:avLst/>
              <a:gdLst/>
              <a:ahLst/>
              <a:cxnLst/>
              <a:rect l="l" t="t" r="r" b="b"/>
              <a:pathLst>
                <a:path w="229" h="1705">
                  <a:moveTo>
                    <a:pt x="1" y="0"/>
                  </a:moveTo>
                  <a:lnTo>
                    <a:pt x="1" y="1705"/>
                  </a:lnTo>
                  <a:lnTo>
                    <a:pt x="224" y="1573"/>
                  </a:lnTo>
                  <a:lnTo>
                    <a:pt x="229" y="127"/>
                  </a:lnTo>
                  <a:lnTo>
                    <a:pt x="1" y="0"/>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387" name="CustomShape 65"/>
            <p:cNvSpPr/>
            <p:nvPr/>
          </p:nvSpPr>
          <p:spPr>
            <a:xfrm>
              <a:off x="7255440" y="3338640"/>
              <a:ext cx="104400" cy="56880"/>
            </a:xfrm>
            <a:custGeom>
              <a:avLst/>
              <a:gdLst/>
              <a:ahLst/>
              <a:cxnLst/>
              <a:rect l="l" t="t" r="r" b="b"/>
              <a:pathLst>
                <a:path w="1483" h="987">
                  <a:moveTo>
                    <a:pt x="224" y="0"/>
                  </a:moveTo>
                  <a:lnTo>
                    <a:pt x="1" y="132"/>
                  </a:lnTo>
                  <a:lnTo>
                    <a:pt x="1483" y="986"/>
                  </a:lnTo>
                  <a:lnTo>
                    <a:pt x="1483" y="723"/>
                  </a:lnTo>
                  <a:lnTo>
                    <a:pt x="224" y="0"/>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388" name="CustomShape 66"/>
            <p:cNvSpPr/>
            <p:nvPr/>
          </p:nvSpPr>
          <p:spPr>
            <a:xfrm>
              <a:off x="7407360" y="3318840"/>
              <a:ext cx="88560" cy="124920"/>
            </a:xfrm>
            <a:custGeom>
              <a:avLst/>
              <a:gdLst/>
              <a:ahLst/>
              <a:cxnLst/>
              <a:rect l="l" t="t" r="r" b="b"/>
              <a:pathLst>
                <a:path w="1260" h="2166">
                  <a:moveTo>
                    <a:pt x="6" y="0"/>
                  </a:moveTo>
                  <a:lnTo>
                    <a:pt x="0" y="1447"/>
                  </a:lnTo>
                  <a:lnTo>
                    <a:pt x="1255" y="2165"/>
                  </a:lnTo>
                  <a:lnTo>
                    <a:pt x="1255" y="1776"/>
                  </a:lnTo>
                  <a:lnTo>
                    <a:pt x="1260" y="724"/>
                  </a:lnTo>
                  <a:lnTo>
                    <a:pt x="349" y="193"/>
                  </a:lnTo>
                  <a:lnTo>
                    <a:pt x="6" y="0"/>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389" name="CustomShape 67"/>
            <p:cNvSpPr/>
            <p:nvPr/>
          </p:nvSpPr>
          <p:spPr>
            <a:xfrm>
              <a:off x="7391880" y="3310560"/>
              <a:ext cx="15120" cy="99000"/>
            </a:xfrm>
            <a:custGeom>
              <a:avLst/>
              <a:gdLst/>
              <a:ahLst/>
              <a:cxnLst/>
              <a:rect l="l" t="t" r="r" b="b"/>
              <a:pathLst>
                <a:path w="223" h="1711">
                  <a:moveTo>
                    <a:pt x="0" y="1"/>
                  </a:moveTo>
                  <a:lnTo>
                    <a:pt x="0" y="1710"/>
                  </a:lnTo>
                  <a:lnTo>
                    <a:pt x="217" y="1584"/>
                  </a:lnTo>
                  <a:lnTo>
                    <a:pt x="223" y="137"/>
                  </a:lnTo>
                  <a:lnTo>
                    <a:pt x="0" y="1"/>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390" name="CustomShape 68"/>
            <p:cNvSpPr/>
            <p:nvPr/>
          </p:nvSpPr>
          <p:spPr>
            <a:xfrm>
              <a:off x="7391880" y="3402360"/>
              <a:ext cx="103320" cy="56520"/>
            </a:xfrm>
            <a:custGeom>
              <a:avLst/>
              <a:gdLst/>
              <a:ahLst/>
              <a:cxnLst/>
              <a:rect l="l" t="t" r="r" b="b"/>
              <a:pathLst>
                <a:path w="1472" h="983">
                  <a:moveTo>
                    <a:pt x="217" y="1"/>
                  </a:moveTo>
                  <a:lnTo>
                    <a:pt x="0" y="127"/>
                  </a:lnTo>
                  <a:lnTo>
                    <a:pt x="1472" y="982"/>
                  </a:lnTo>
                  <a:lnTo>
                    <a:pt x="1472" y="719"/>
                  </a:lnTo>
                  <a:lnTo>
                    <a:pt x="217" y="1"/>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391" name="CustomShape 69"/>
            <p:cNvSpPr/>
            <p:nvPr/>
          </p:nvSpPr>
          <p:spPr>
            <a:xfrm>
              <a:off x="7543440" y="3382200"/>
              <a:ext cx="88560" cy="125640"/>
            </a:xfrm>
            <a:custGeom>
              <a:avLst/>
              <a:gdLst/>
              <a:ahLst/>
              <a:cxnLst/>
              <a:rect l="l" t="t" r="r" b="b"/>
              <a:pathLst>
                <a:path w="1255" h="2171">
                  <a:moveTo>
                    <a:pt x="6" y="1"/>
                  </a:moveTo>
                  <a:lnTo>
                    <a:pt x="1" y="1442"/>
                  </a:lnTo>
                  <a:lnTo>
                    <a:pt x="1250" y="2171"/>
                  </a:lnTo>
                  <a:lnTo>
                    <a:pt x="1250" y="1776"/>
                  </a:lnTo>
                  <a:lnTo>
                    <a:pt x="1255" y="729"/>
                  </a:lnTo>
                  <a:lnTo>
                    <a:pt x="344" y="198"/>
                  </a:lnTo>
                  <a:lnTo>
                    <a:pt x="6" y="1"/>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392" name="CustomShape 70"/>
            <p:cNvSpPr/>
            <p:nvPr/>
          </p:nvSpPr>
          <p:spPr>
            <a:xfrm>
              <a:off x="7527240" y="3374640"/>
              <a:ext cx="16200" cy="98640"/>
            </a:xfrm>
            <a:custGeom>
              <a:avLst/>
              <a:gdLst/>
              <a:ahLst/>
              <a:cxnLst/>
              <a:rect l="l" t="t" r="r" b="b"/>
              <a:pathLst>
                <a:path w="234" h="1705">
                  <a:moveTo>
                    <a:pt x="6" y="0"/>
                  </a:moveTo>
                  <a:lnTo>
                    <a:pt x="1" y="1705"/>
                  </a:lnTo>
                  <a:lnTo>
                    <a:pt x="229" y="1573"/>
                  </a:lnTo>
                  <a:lnTo>
                    <a:pt x="234" y="132"/>
                  </a:lnTo>
                  <a:lnTo>
                    <a:pt x="6" y="0"/>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393" name="CustomShape 71"/>
            <p:cNvSpPr/>
            <p:nvPr/>
          </p:nvSpPr>
          <p:spPr>
            <a:xfrm>
              <a:off x="7527240" y="3465360"/>
              <a:ext cx="104040" cy="57240"/>
            </a:xfrm>
            <a:custGeom>
              <a:avLst/>
              <a:gdLst/>
              <a:ahLst/>
              <a:cxnLst/>
              <a:rect l="l" t="t" r="r" b="b"/>
              <a:pathLst>
                <a:path w="1478" h="987">
                  <a:moveTo>
                    <a:pt x="229" y="0"/>
                  </a:moveTo>
                  <a:lnTo>
                    <a:pt x="1" y="132"/>
                  </a:lnTo>
                  <a:lnTo>
                    <a:pt x="1478" y="987"/>
                  </a:lnTo>
                  <a:lnTo>
                    <a:pt x="1478" y="729"/>
                  </a:lnTo>
                  <a:lnTo>
                    <a:pt x="229" y="0"/>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394" name="CustomShape 72"/>
            <p:cNvSpPr/>
            <p:nvPr/>
          </p:nvSpPr>
          <p:spPr>
            <a:xfrm>
              <a:off x="7271280" y="3411360"/>
              <a:ext cx="88560" cy="125280"/>
            </a:xfrm>
            <a:custGeom>
              <a:avLst/>
              <a:gdLst/>
              <a:ahLst/>
              <a:cxnLst/>
              <a:rect l="l" t="t" r="r" b="b"/>
              <a:pathLst>
                <a:path w="1260" h="2171">
                  <a:moveTo>
                    <a:pt x="6" y="1"/>
                  </a:moveTo>
                  <a:lnTo>
                    <a:pt x="1" y="1442"/>
                  </a:lnTo>
                  <a:lnTo>
                    <a:pt x="1260" y="2170"/>
                  </a:lnTo>
                  <a:lnTo>
                    <a:pt x="1260" y="1771"/>
                  </a:lnTo>
                  <a:lnTo>
                    <a:pt x="1260" y="729"/>
                  </a:lnTo>
                  <a:lnTo>
                    <a:pt x="355" y="203"/>
                  </a:lnTo>
                  <a:lnTo>
                    <a:pt x="6" y="1"/>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395" name="CustomShape 73"/>
            <p:cNvSpPr/>
            <p:nvPr/>
          </p:nvSpPr>
          <p:spPr>
            <a:xfrm>
              <a:off x="7255440" y="3403800"/>
              <a:ext cx="15840" cy="98640"/>
            </a:xfrm>
            <a:custGeom>
              <a:avLst/>
              <a:gdLst/>
              <a:ahLst/>
              <a:cxnLst/>
              <a:rect l="l" t="t" r="r" b="b"/>
              <a:pathLst>
                <a:path w="229" h="1700">
                  <a:moveTo>
                    <a:pt x="1" y="0"/>
                  </a:moveTo>
                  <a:lnTo>
                    <a:pt x="1" y="1699"/>
                  </a:lnTo>
                  <a:lnTo>
                    <a:pt x="224" y="1568"/>
                  </a:lnTo>
                  <a:lnTo>
                    <a:pt x="229" y="127"/>
                  </a:lnTo>
                  <a:lnTo>
                    <a:pt x="1" y="0"/>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396" name="CustomShape 74"/>
            <p:cNvSpPr/>
            <p:nvPr/>
          </p:nvSpPr>
          <p:spPr>
            <a:xfrm>
              <a:off x="7255440" y="3494520"/>
              <a:ext cx="104400" cy="57240"/>
            </a:xfrm>
            <a:custGeom>
              <a:avLst/>
              <a:gdLst/>
              <a:ahLst/>
              <a:cxnLst/>
              <a:rect l="l" t="t" r="r" b="b"/>
              <a:pathLst>
                <a:path w="1483" h="993">
                  <a:moveTo>
                    <a:pt x="224" y="1"/>
                  </a:moveTo>
                  <a:lnTo>
                    <a:pt x="1" y="132"/>
                  </a:lnTo>
                  <a:lnTo>
                    <a:pt x="1483" y="992"/>
                  </a:lnTo>
                  <a:lnTo>
                    <a:pt x="1483" y="729"/>
                  </a:lnTo>
                  <a:lnTo>
                    <a:pt x="224" y="1"/>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397" name="CustomShape 75"/>
            <p:cNvSpPr/>
            <p:nvPr/>
          </p:nvSpPr>
          <p:spPr>
            <a:xfrm>
              <a:off x="7407360" y="3475080"/>
              <a:ext cx="88560" cy="125280"/>
            </a:xfrm>
            <a:custGeom>
              <a:avLst/>
              <a:gdLst/>
              <a:ahLst/>
              <a:cxnLst/>
              <a:rect l="l" t="t" r="r" b="b"/>
              <a:pathLst>
                <a:path w="1260" h="2165">
                  <a:moveTo>
                    <a:pt x="6" y="0"/>
                  </a:moveTo>
                  <a:lnTo>
                    <a:pt x="0" y="1442"/>
                  </a:lnTo>
                  <a:lnTo>
                    <a:pt x="1255" y="2165"/>
                  </a:lnTo>
                  <a:lnTo>
                    <a:pt x="1255" y="1775"/>
                  </a:lnTo>
                  <a:lnTo>
                    <a:pt x="1260" y="718"/>
                  </a:lnTo>
                  <a:lnTo>
                    <a:pt x="349" y="192"/>
                  </a:lnTo>
                  <a:lnTo>
                    <a:pt x="6" y="0"/>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398" name="CustomShape 76"/>
            <p:cNvSpPr/>
            <p:nvPr/>
          </p:nvSpPr>
          <p:spPr>
            <a:xfrm>
              <a:off x="7391880" y="3467880"/>
              <a:ext cx="15120" cy="98280"/>
            </a:xfrm>
            <a:custGeom>
              <a:avLst/>
              <a:gdLst/>
              <a:ahLst/>
              <a:cxnLst/>
              <a:rect l="l" t="t" r="r" b="b"/>
              <a:pathLst>
                <a:path w="223" h="1706">
                  <a:moveTo>
                    <a:pt x="0" y="1"/>
                  </a:moveTo>
                  <a:lnTo>
                    <a:pt x="0" y="1705"/>
                  </a:lnTo>
                  <a:lnTo>
                    <a:pt x="217" y="1579"/>
                  </a:lnTo>
                  <a:lnTo>
                    <a:pt x="223" y="137"/>
                  </a:lnTo>
                  <a:lnTo>
                    <a:pt x="0" y="1"/>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399" name="CustomShape 77"/>
            <p:cNvSpPr/>
            <p:nvPr/>
          </p:nvSpPr>
          <p:spPr>
            <a:xfrm>
              <a:off x="7391880" y="3558960"/>
              <a:ext cx="103320" cy="56880"/>
            </a:xfrm>
            <a:custGeom>
              <a:avLst/>
              <a:gdLst/>
              <a:ahLst/>
              <a:cxnLst/>
              <a:rect l="l" t="t" r="r" b="b"/>
              <a:pathLst>
                <a:path w="1472" h="987">
                  <a:moveTo>
                    <a:pt x="217" y="1"/>
                  </a:moveTo>
                  <a:lnTo>
                    <a:pt x="0" y="127"/>
                  </a:lnTo>
                  <a:lnTo>
                    <a:pt x="1472" y="987"/>
                  </a:lnTo>
                  <a:lnTo>
                    <a:pt x="1472" y="724"/>
                  </a:lnTo>
                  <a:lnTo>
                    <a:pt x="217" y="1"/>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00" name="CustomShape 78"/>
            <p:cNvSpPr/>
            <p:nvPr/>
          </p:nvSpPr>
          <p:spPr>
            <a:xfrm>
              <a:off x="7543440" y="3539160"/>
              <a:ext cx="88560" cy="125280"/>
            </a:xfrm>
            <a:custGeom>
              <a:avLst/>
              <a:gdLst/>
              <a:ahLst/>
              <a:cxnLst/>
              <a:rect l="l" t="t" r="r" b="b"/>
              <a:pathLst>
                <a:path w="1255" h="2171">
                  <a:moveTo>
                    <a:pt x="6" y="1"/>
                  </a:moveTo>
                  <a:lnTo>
                    <a:pt x="1" y="1442"/>
                  </a:lnTo>
                  <a:lnTo>
                    <a:pt x="1250" y="2170"/>
                  </a:lnTo>
                  <a:lnTo>
                    <a:pt x="1250" y="1771"/>
                  </a:lnTo>
                  <a:lnTo>
                    <a:pt x="1255" y="724"/>
                  </a:lnTo>
                  <a:lnTo>
                    <a:pt x="344" y="198"/>
                  </a:lnTo>
                  <a:lnTo>
                    <a:pt x="6" y="1"/>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01" name="CustomShape 79"/>
            <p:cNvSpPr/>
            <p:nvPr/>
          </p:nvSpPr>
          <p:spPr>
            <a:xfrm>
              <a:off x="7527240" y="3531600"/>
              <a:ext cx="16200" cy="98280"/>
            </a:xfrm>
            <a:custGeom>
              <a:avLst/>
              <a:gdLst/>
              <a:ahLst/>
              <a:cxnLst/>
              <a:rect l="l" t="t" r="r" b="b"/>
              <a:pathLst>
                <a:path w="234" h="1700">
                  <a:moveTo>
                    <a:pt x="6" y="0"/>
                  </a:moveTo>
                  <a:lnTo>
                    <a:pt x="1" y="1700"/>
                  </a:lnTo>
                  <a:lnTo>
                    <a:pt x="229" y="1573"/>
                  </a:lnTo>
                  <a:lnTo>
                    <a:pt x="234" y="132"/>
                  </a:lnTo>
                  <a:lnTo>
                    <a:pt x="6" y="0"/>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02" name="CustomShape 80"/>
            <p:cNvSpPr/>
            <p:nvPr/>
          </p:nvSpPr>
          <p:spPr>
            <a:xfrm>
              <a:off x="7527240" y="3622680"/>
              <a:ext cx="104040" cy="56520"/>
            </a:xfrm>
            <a:custGeom>
              <a:avLst/>
              <a:gdLst/>
              <a:ahLst/>
              <a:cxnLst/>
              <a:rect l="l" t="t" r="r" b="b"/>
              <a:pathLst>
                <a:path w="1478" h="987">
                  <a:moveTo>
                    <a:pt x="229" y="0"/>
                  </a:moveTo>
                  <a:lnTo>
                    <a:pt x="1" y="127"/>
                  </a:lnTo>
                  <a:lnTo>
                    <a:pt x="1478" y="986"/>
                  </a:lnTo>
                  <a:lnTo>
                    <a:pt x="1478" y="728"/>
                  </a:lnTo>
                  <a:lnTo>
                    <a:pt x="229" y="0"/>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03" name="CustomShape 81"/>
            <p:cNvSpPr/>
            <p:nvPr/>
          </p:nvSpPr>
          <p:spPr>
            <a:xfrm>
              <a:off x="8006040" y="2783880"/>
              <a:ext cx="87840" cy="125640"/>
            </a:xfrm>
            <a:custGeom>
              <a:avLst/>
              <a:gdLst/>
              <a:ahLst/>
              <a:cxnLst/>
              <a:rect l="l" t="t" r="r" b="b"/>
              <a:pathLst>
                <a:path w="1250" h="2170">
                  <a:moveTo>
                    <a:pt x="1250" y="0"/>
                  </a:moveTo>
                  <a:lnTo>
                    <a:pt x="906" y="197"/>
                  </a:lnTo>
                  <a:lnTo>
                    <a:pt x="0" y="723"/>
                  </a:lnTo>
                  <a:lnTo>
                    <a:pt x="0" y="1775"/>
                  </a:lnTo>
                  <a:lnTo>
                    <a:pt x="0" y="2170"/>
                  </a:lnTo>
                  <a:lnTo>
                    <a:pt x="1250" y="1447"/>
                  </a:lnTo>
                  <a:lnTo>
                    <a:pt x="1250" y="0"/>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04" name="CustomShape 82"/>
            <p:cNvSpPr/>
            <p:nvPr/>
          </p:nvSpPr>
          <p:spPr>
            <a:xfrm>
              <a:off x="8094240" y="2776320"/>
              <a:ext cx="15840" cy="98280"/>
            </a:xfrm>
            <a:custGeom>
              <a:avLst/>
              <a:gdLst/>
              <a:ahLst/>
              <a:cxnLst/>
              <a:rect l="l" t="t" r="r" b="b"/>
              <a:pathLst>
                <a:path w="229" h="1701">
                  <a:moveTo>
                    <a:pt x="228" y="1"/>
                  </a:moveTo>
                  <a:lnTo>
                    <a:pt x="1" y="132"/>
                  </a:lnTo>
                  <a:lnTo>
                    <a:pt x="1" y="1579"/>
                  </a:lnTo>
                  <a:lnTo>
                    <a:pt x="228" y="1700"/>
                  </a:lnTo>
                  <a:lnTo>
                    <a:pt x="228" y="1"/>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05" name="CustomShape 83"/>
            <p:cNvSpPr/>
            <p:nvPr/>
          </p:nvSpPr>
          <p:spPr>
            <a:xfrm>
              <a:off x="8006040" y="2867760"/>
              <a:ext cx="104040" cy="56160"/>
            </a:xfrm>
            <a:custGeom>
              <a:avLst/>
              <a:gdLst/>
              <a:ahLst/>
              <a:cxnLst/>
              <a:rect l="l" t="t" r="r" b="b"/>
              <a:pathLst>
                <a:path w="1478" h="982">
                  <a:moveTo>
                    <a:pt x="1250" y="1"/>
                  </a:moveTo>
                  <a:lnTo>
                    <a:pt x="0" y="724"/>
                  </a:lnTo>
                  <a:lnTo>
                    <a:pt x="0" y="982"/>
                  </a:lnTo>
                  <a:lnTo>
                    <a:pt x="1477" y="122"/>
                  </a:lnTo>
                  <a:lnTo>
                    <a:pt x="1250" y="1"/>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06" name="CustomShape 84"/>
            <p:cNvSpPr/>
            <p:nvPr/>
          </p:nvSpPr>
          <p:spPr>
            <a:xfrm>
              <a:off x="7869600" y="2847960"/>
              <a:ext cx="88560" cy="125280"/>
            </a:xfrm>
            <a:custGeom>
              <a:avLst/>
              <a:gdLst/>
              <a:ahLst/>
              <a:cxnLst/>
              <a:rect l="l" t="t" r="r" b="b"/>
              <a:pathLst>
                <a:path w="1265" h="2171">
                  <a:moveTo>
                    <a:pt x="1254" y="1"/>
                  </a:moveTo>
                  <a:lnTo>
                    <a:pt x="911" y="193"/>
                  </a:lnTo>
                  <a:lnTo>
                    <a:pt x="0" y="719"/>
                  </a:lnTo>
                  <a:lnTo>
                    <a:pt x="10" y="1776"/>
                  </a:lnTo>
                  <a:lnTo>
                    <a:pt x="10" y="2171"/>
                  </a:lnTo>
                  <a:lnTo>
                    <a:pt x="1265" y="1437"/>
                  </a:lnTo>
                  <a:lnTo>
                    <a:pt x="1254" y="1"/>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07" name="CustomShape 85"/>
            <p:cNvSpPr/>
            <p:nvPr/>
          </p:nvSpPr>
          <p:spPr>
            <a:xfrm>
              <a:off x="7957800" y="2840400"/>
              <a:ext cx="16200" cy="99000"/>
            </a:xfrm>
            <a:custGeom>
              <a:avLst/>
              <a:gdLst/>
              <a:ahLst/>
              <a:cxnLst/>
              <a:rect l="l" t="t" r="r" b="b"/>
              <a:pathLst>
                <a:path w="234" h="1705">
                  <a:moveTo>
                    <a:pt x="233" y="0"/>
                  </a:moveTo>
                  <a:lnTo>
                    <a:pt x="0" y="132"/>
                  </a:lnTo>
                  <a:lnTo>
                    <a:pt x="11" y="1568"/>
                  </a:lnTo>
                  <a:lnTo>
                    <a:pt x="233" y="1705"/>
                  </a:lnTo>
                  <a:lnTo>
                    <a:pt x="233" y="0"/>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08" name="CustomShape 86"/>
            <p:cNvSpPr/>
            <p:nvPr/>
          </p:nvSpPr>
          <p:spPr>
            <a:xfrm>
              <a:off x="7869960" y="2931120"/>
              <a:ext cx="104040" cy="57240"/>
            </a:xfrm>
            <a:custGeom>
              <a:avLst/>
              <a:gdLst/>
              <a:ahLst/>
              <a:cxnLst/>
              <a:rect l="l" t="t" r="r" b="b"/>
              <a:pathLst>
                <a:path w="1478" h="992">
                  <a:moveTo>
                    <a:pt x="1255" y="0"/>
                  </a:moveTo>
                  <a:lnTo>
                    <a:pt x="0" y="734"/>
                  </a:lnTo>
                  <a:lnTo>
                    <a:pt x="0" y="991"/>
                  </a:lnTo>
                  <a:lnTo>
                    <a:pt x="1477" y="137"/>
                  </a:lnTo>
                  <a:lnTo>
                    <a:pt x="1255" y="0"/>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09" name="CustomShape 87"/>
            <p:cNvSpPr/>
            <p:nvPr/>
          </p:nvSpPr>
          <p:spPr>
            <a:xfrm>
              <a:off x="7733880" y="2911320"/>
              <a:ext cx="88560" cy="125640"/>
            </a:xfrm>
            <a:custGeom>
              <a:avLst/>
              <a:gdLst/>
              <a:ahLst/>
              <a:cxnLst/>
              <a:rect l="l" t="t" r="r" b="b"/>
              <a:pathLst>
                <a:path w="1265" h="2171">
                  <a:moveTo>
                    <a:pt x="1260" y="0"/>
                  </a:moveTo>
                  <a:lnTo>
                    <a:pt x="911" y="198"/>
                  </a:lnTo>
                  <a:lnTo>
                    <a:pt x="0" y="724"/>
                  </a:lnTo>
                  <a:lnTo>
                    <a:pt x="5" y="1781"/>
                  </a:lnTo>
                  <a:lnTo>
                    <a:pt x="5" y="2170"/>
                  </a:lnTo>
                  <a:lnTo>
                    <a:pt x="1265" y="1437"/>
                  </a:lnTo>
                  <a:lnTo>
                    <a:pt x="1260" y="0"/>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10" name="CustomShape 88"/>
            <p:cNvSpPr/>
            <p:nvPr/>
          </p:nvSpPr>
          <p:spPr>
            <a:xfrm>
              <a:off x="7822440" y="2904120"/>
              <a:ext cx="15480" cy="99000"/>
            </a:xfrm>
            <a:custGeom>
              <a:avLst/>
              <a:gdLst/>
              <a:ahLst/>
              <a:cxnLst/>
              <a:rect l="l" t="t" r="r" b="b"/>
              <a:pathLst>
                <a:path w="229" h="1711">
                  <a:moveTo>
                    <a:pt x="228" y="1"/>
                  </a:moveTo>
                  <a:lnTo>
                    <a:pt x="1" y="132"/>
                  </a:lnTo>
                  <a:lnTo>
                    <a:pt x="6" y="1569"/>
                  </a:lnTo>
                  <a:lnTo>
                    <a:pt x="228" y="1710"/>
                  </a:lnTo>
                  <a:lnTo>
                    <a:pt x="228" y="1"/>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11" name="CustomShape 89"/>
            <p:cNvSpPr/>
            <p:nvPr/>
          </p:nvSpPr>
          <p:spPr>
            <a:xfrm>
              <a:off x="7734240" y="2994840"/>
              <a:ext cx="104040" cy="57240"/>
            </a:xfrm>
            <a:custGeom>
              <a:avLst/>
              <a:gdLst/>
              <a:ahLst/>
              <a:cxnLst/>
              <a:rect l="l" t="t" r="r" b="b"/>
              <a:pathLst>
                <a:path w="1483" h="992">
                  <a:moveTo>
                    <a:pt x="1260" y="1"/>
                  </a:moveTo>
                  <a:lnTo>
                    <a:pt x="0" y="734"/>
                  </a:lnTo>
                  <a:lnTo>
                    <a:pt x="0" y="992"/>
                  </a:lnTo>
                  <a:lnTo>
                    <a:pt x="1482" y="142"/>
                  </a:lnTo>
                  <a:lnTo>
                    <a:pt x="1260" y="1"/>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12" name="CustomShape 90"/>
            <p:cNvSpPr/>
            <p:nvPr/>
          </p:nvSpPr>
          <p:spPr>
            <a:xfrm>
              <a:off x="7271280" y="2628720"/>
              <a:ext cx="88560" cy="124920"/>
            </a:xfrm>
            <a:custGeom>
              <a:avLst/>
              <a:gdLst/>
              <a:ahLst/>
              <a:cxnLst/>
              <a:rect l="l" t="t" r="r" b="b"/>
              <a:pathLst>
                <a:path w="1260" h="2166">
                  <a:moveTo>
                    <a:pt x="6" y="1"/>
                  </a:moveTo>
                  <a:lnTo>
                    <a:pt x="1" y="1442"/>
                  </a:lnTo>
                  <a:lnTo>
                    <a:pt x="1260" y="2165"/>
                  </a:lnTo>
                  <a:lnTo>
                    <a:pt x="1260" y="1771"/>
                  </a:lnTo>
                  <a:lnTo>
                    <a:pt x="1260" y="724"/>
                  </a:lnTo>
                  <a:lnTo>
                    <a:pt x="355" y="198"/>
                  </a:lnTo>
                  <a:lnTo>
                    <a:pt x="6" y="1"/>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13" name="CustomShape 91"/>
            <p:cNvSpPr/>
            <p:nvPr/>
          </p:nvSpPr>
          <p:spPr>
            <a:xfrm>
              <a:off x="7255440" y="2620800"/>
              <a:ext cx="15840" cy="98640"/>
            </a:xfrm>
            <a:custGeom>
              <a:avLst/>
              <a:gdLst/>
              <a:ahLst/>
              <a:cxnLst/>
              <a:rect l="l" t="t" r="r" b="b"/>
              <a:pathLst>
                <a:path w="229" h="1705">
                  <a:moveTo>
                    <a:pt x="1" y="0"/>
                  </a:moveTo>
                  <a:lnTo>
                    <a:pt x="1" y="1705"/>
                  </a:lnTo>
                  <a:lnTo>
                    <a:pt x="224" y="1573"/>
                  </a:lnTo>
                  <a:lnTo>
                    <a:pt x="229" y="132"/>
                  </a:lnTo>
                  <a:lnTo>
                    <a:pt x="1" y="0"/>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14" name="CustomShape 92"/>
            <p:cNvSpPr/>
            <p:nvPr/>
          </p:nvSpPr>
          <p:spPr>
            <a:xfrm>
              <a:off x="7255440" y="2712240"/>
              <a:ext cx="104400" cy="56520"/>
            </a:xfrm>
            <a:custGeom>
              <a:avLst/>
              <a:gdLst/>
              <a:ahLst/>
              <a:cxnLst/>
              <a:rect l="l" t="t" r="r" b="b"/>
              <a:pathLst>
                <a:path w="1483" h="982">
                  <a:moveTo>
                    <a:pt x="224" y="0"/>
                  </a:moveTo>
                  <a:lnTo>
                    <a:pt x="1" y="132"/>
                  </a:lnTo>
                  <a:lnTo>
                    <a:pt x="1483" y="981"/>
                  </a:lnTo>
                  <a:lnTo>
                    <a:pt x="1483" y="723"/>
                  </a:lnTo>
                  <a:lnTo>
                    <a:pt x="224" y="0"/>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15" name="CustomShape 93"/>
            <p:cNvSpPr/>
            <p:nvPr/>
          </p:nvSpPr>
          <p:spPr>
            <a:xfrm>
              <a:off x="7407360" y="2692440"/>
              <a:ext cx="88560" cy="125280"/>
            </a:xfrm>
            <a:custGeom>
              <a:avLst/>
              <a:gdLst/>
              <a:ahLst/>
              <a:cxnLst/>
              <a:rect l="l" t="t" r="r" b="b"/>
              <a:pathLst>
                <a:path w="1260" h="2160">
                  <a:moveTo>
                    <a:pt x="6" y="0"/>
                  </a:moveTo>
                  <a:lnTo>
                    <a:pt x="0" y="1442"/>
                  </a:lnTo>
                  <a:lnTo>
                    <a:pt x="1255" y="2160"/>
                  </a:lnTo>
                  <a:lnTo>
                    <a:pt x="1255" y="1770"/>
                  </a:lnTo>
                  <a:lnTo>
                    <a:pt x="1260" y="718"/>
                  </a:lnTo>
                  <a:lnTo>
                    <a:pt x="349" y="197"/>
                  </a:lnTo>
                  <a:lnTo>
                    <a:pt x="6" y="0"/>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16" name="CustomShape 94"/>
            <p:cNvSpPr/>
            <p:nvPr/>
          </p:nvSpPr>
          <p:spPr>
            <a:xfrm>
              <a:off x="7391880" y="2685240"/>
              <a:ext cx="15120" cy="97920"/>
            </a:xfrm>
            <a:custGeom>
              <a:avLst/>
              <a:gdLst/>
              <a:ahLst/>
              <a:cxnLst/>
              <a:rect l="l" t="t" r="r" b="b"/>
              <a:pathLst>
                <a:path w="223" h="1701">
                  <a:moveTo>
                    <a:pt x="0" y="1"/>
                  </a:moveTo>
                  <a:lnTo>
                    <a:pt x="0" y="1700"/>
                  </a:lnTo>
                  <a:lnTo>
                    <a:pt x="217" y="1569"/>
                  </a:lnTo>
                  <a:lnTo>
                    <a:pt x="223" y="132"/>
                  </a:lnTo>
                  <a:lnTo>
                    <a:pt x="0" y="1"/>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17" name="CustomShape 95"/>
            <p:cNvSpPr/>
            <p:nvPr/>
          </p:nvSpPr>
          <p:spPr>
            <a:xfrm>
              <a:off x="7391880" y="2775960"/>
              <a:ext cx="103320" cy="56880"/>
            </a:xfrm>
            <a:custGeom>
              <a:avLst/>
              <a:gdLst/>
              <a:ahLst/>
              <a:cxnLst/>
              <a:rect l="l" t="t" r="r" b="b"/>
              <a:pathLst>
                <a:path w="1472" h="987">
                  <a:moveTo>
                    <a:pt x="217" y="1"/>
                  </a:moveTo>
                  <a:lnTo>
                    <a:pt x="0" y="132"/>
                  </a:lnTo>
                  <a:lnTo>
                    <a:pt x="1472" y="987"/>
                  </a:lnTo>
                  <a:lnTo>
                    <a:pt x="1472" y="724"/>
                  </a:lnTo>
                  <a:lnTo>
                    <a:pt x="217" y="1"/>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18" name="CustomShape 96"/>
            <p:cNvSpPr/>
            <p:nvPr/>
          </p:nvSpPr>
          <p:spPr>
            <a:xfrm>
              <a:off x="7543440" y="2756520"/>
              <a:ext cx="88560" cy="124920"/>
            </a:xfrm>
            <a:custGeom>
              <a:avLst/>
              <a:gdLst/>
              <a:ahLst/>
              <a:cxnLst/>
              <a:rect l="l" t="t" r="r" b="b"/>
              <a:pathLst>
                <a:path w="1255" h="2166">
                  <a:moveTo>
                    <a:pt x="6" y="1"/>
                  </a:moveTo>
                  <a:lnTo>
                    <a:pt x="1" y="1437"/>
                  </a:lnTo>
                  <a:lnTo>
                    <a:pt x="1250" y="2165"/>
                  </a:lnTo>
                  <a:lnTo>
                    <a:pt x="1250" y="1771"/>
                  </a:lnTo>
                  <a:lnTo>
                    <a:pt x="1255" y="724"/>
                  </a:lnTo>
                  <a:lnTo>
                    <a:pt x="344" y="198"/>
                  </a:lnTo>
                  <a:lnTo>
                    <a:pt x="6" y="1"/>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19" name="CustomShape 97"/>
            <p:cNvSpPr/>
            <p:nvPr/>
          </p:nvSpPr>
          <p:spPr>
            <a:xfrm>
              <a:off x="7527240" y="2748600"/>
              <a:ext cx="16200" cy="98280"/>
            </a:xfrm>
            <a:custGeom>
              <a:avLst/>
              <a:gdLst/>
              <a:ahLst/>
              <a:cxnLst/>
              <a:rect l="l" t="t" r="r" b="b"/>
              <a:pathLst>
                <a:path w="234" h="1700">
                  <a:moveTo>
                    <a:pt x="6" y="0"/>
                  </a:moveTo>
                  <a:lnTo>
                    <a:pt x="1" y="1700"/>
                  </a:lnTo>
                  <a:lnTo>
                    <a:pt x="229" y="1568"/>
                  </a:lnTo>
                  <a:lnTo>
                    <a:pt x="234" y="132"/>
                  </a:lnTo>
                  <a:lnTo>
                    <a:pt x="6" y="0"/>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20" name="CustomShape 98"/>
            <p:cNvSpPr/>
            <p:nvPr/>
          </p:nvSpPr>
          <p:spPr>
            <a:xfrm>
              <a:off x="7527240" y="2839680"/>
              <a:ext cx="104040" cy="56520"/>
            </a:xfrm>
            <a:custGeom>
              <a:avLst/>
              <a:gdLst/>
              <a:ahLst/>
              <a:cxnLst/>
              <a:rect l="l" t="t" r="r" b="b"/>
              <a:pathLst>
                <a:path w="1478" h="987">
                  <a:moveTo>
                    <a:pt x="229" y="0"/>
                  </a:moveTo>
                  <a:lnTo>
                    <a:pt x="1" y="132"/>
                  </a:lnTo>
                  <a:lnTo>
                    <a:pt x="1478" y="986"/>
                  </a:lnTo>
                  <a:lnTo>
                    <a:pt x="1478" y="728"/>
                  </a:lnTo>
                  <a:lnTo>
                    <a:pt x="229" y="0"/>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21" name="CustomShape 99"/>
            <p:cNvSpPr/>
            <p:nvPr/>
          </p:nvSpPr>
          <p:spPr>
            <a:xfrm>
              <a:off x="8006040" y="2628720"/>
              <a:ext cx="87840" cy="124920"/>
            </a:xfrm>
            <a:custGeom>
              <a:avLst/>
              <a:gdLst/>
              <a:ahLst/>
              <a:cxnLst/>
              <a:rect l="l" t="t" r="r" b="b"/>
              <a:pathLst>
                <a:path w="1250" h="2166">
                  <a:moveTo>
                    <a:pt x="1250" y="1"/>
                  </a:moveTo>
                  <a:lnTo>
                    <a:pt x="906" y="198"/>
                  </a:lnTo>
                  <a:lnTo>
                    <a:pt x="0" y="724"/>
                  </a:lnTo>
                  <a:lnTo>
                    <a:pt x="0" y="1771"/>
                  </a:lnTo>
                  <a:lnTo>
                    <a:pt x="0" y="2165"/>
                  </a:lnTo>
                  <a:lnTo>
                    <a:pt x="1250" y="1442"/>
                  </a:lnTo>
                  <a:lnTo>
                    <a:pt x="1250" y="1"/>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22" name="CustomShape 100"/>
            <p:cNvSpPr/>
            <p:nvPr/>
          </p:nvSpPr>
          <p:spPr>
            <a:xfrm>
              <a:off x="8094240" y="2620800"/>
              <a:ext cx="15840" cy="98640"/>
            </a:xfrm>
            <a:custGeom>
              <a:avLst/>
              <a:gdLst/>
              <a:ahLst/>
              <a:cxnLst/>
              <a:rect l="l" t="t" r="r" b="b"/>
              <a:pathLst>
                <a:path w="229" h="1705">
                  <a:moveTo>
                    <a:pt x="228" y="0"/>
                  </a:moveTo>
                  <a:lnTo>
                    <a:pt x="1" y="132"/>
                  </a:lnTo>
                  <a:lnTo>
                    <a:pt x="1" y="1573"/>
                  </a:lnTo>
                  <a:lnTo>
                    <a:pt x="228" y="1705"/>
                  </a:lnTo>
                  <a:lnTo>
                    <a:pt x="228" y="0"/>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23" name="CustomShape 101"/>
            <p:cNvSpPr/>
            <p:nvPr/>
          </p:nvSpPr>
          <p:spPr>
            <a:xfrm>
              <a:off x="8006040" y="2712240"/>
              <a:ext cx="104040" cy="56520"/>
            </a:xfrm>
            <a:custGeom>
              <a:avLst/>
              <a:gdLst/>
              <a:ahLst/>
              <a:cxnLst/>
              <a:rect l="l" t="t" r="r" b="b"/>
              <a:pathLst>
                <a:path w="1478" h="982">
                  <a:moveTo>
                    <a:pt x="1250" y="0"/>
                  </a:moveTo>
                  <a:lnTo>
                    <a:pt x="0" y="723"/>
                  </a:lnTo>
                  <a:lnTo>
                    <a:pt x="0" y="981"/>
                  </a:lnTo>
                  <a:lnTo>
                    <a:pt x="1477" y="132"/>
                  </a:lnTo>
                  <a:lnTo>
                    <a:pt x="1250" y="0"/>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24" name="CustomShape 102"/>
            <p:cNvSpPr/>
            <p:nvPr/>
          </p:nvSpPr>
          <p:spPr>
            <a:xfrm>
              <a:off x="7869600" y="2692440"/>
              <a:ext cx="88560" cy="125280"/>
            </a:xfrm>
            <a:custGeom>
              <a:avLst/>
              <a:gdLst/>
              <a:ahLst/>
              <a:cxnLst/>
              <a:rect l="l" t="t" r="r" b="b"/>
              <a:pathLst>
                <a:path w="1265" h="2160">
                  <a:moveTo>
                    <a:pt x="1254" y="0"/>
                  </a:moveTo>
                  <a:lnTo>
                    <a:pt x="911" y="197"/>
                  </a:lnTo>
                  <a:lnTo>
                    <a:pt x="0" y="718"/>
                  </a:lnTo>
                  <a:lnTo>
                    <a:pt x="10" y="1770"/>
                  </a:lnTo>
                  <a:lnTo>
                    <a:pt x="10" y="2160"/>
                  </a:lnTo>
                  <a:lnTo>
                    <a:pt x="1265" y="1442"/>
                  </a:lnTo>
                  <a:lnTo>
                    <a:pt x="1254" y="0"/>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25" name="CustomShape 103"/>
            <p:cNvSpPr/>
            <p:nvPr/>
          </p:nvSpPr>
          <p:spPr>
            <a:xfrm>
              <a:off x="7957800" y="2685240"/>
              <a:ext cx="16200" cy="97920"/>
            </a:xfrm>
            <a:custGeom>
              <a:avLst/>
              <a:gdLst/>
              <a:ahLst/>
              <a:cxnLst/>
              <a:rect l="l" t="t" r="r" b="b"/>
              <a:pathLst>
                <a:path w="234" h="1701">
                  <a:moveTo>
                    <a:pt x="233" y="1"/>
                  </a:moveTo>
                  <a:lnTo>
                    <a:pt x="0" y="132"/>
                  </a:lnTo>
                  <a:lnTo>
                    <a:pt x="11" y="1569"/>
                  </a:lnTo>
                  <a:lnTo>
                    <a:pt x="233" y="1700"/>
                  </a:lnTo>
                  <a:lnTo>
                    <a:pt x="233" y="1"/>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26" name="CustomShape 104"/>
            <p:cNvSpPr/>
            <p:nvPr/>
          </p:nvSpPr>
          <p:spPr>
            <a:xfrm>
              <a:off x="7869960" y="2775960"/>
              <a:ext cx="104040" cy="56880"/>
            </a:xfrm>
            <a:custGeom>
              <a:avLst/>
              <a:gdLst/>
              <a:ahLst/>
              <a:cxnLst/>
              <a:rect l="l" t="t" r="r" b="b"/>
              <a:pathLst>
                <a:path w="1478" h="987">
                  <a:moveTo>
                    <a:pt x="1255" y="1"/>
                  </a:moveTo>
                  <a:lnTo>
                    <a:pt x="0" y="724"/>
                  </a:lnTo>
                  <a:lnTo>
                    <a:pt x="0" y="987"/>
                  </a:lnTo>
                  <a:lnTo>
                    <a:pt x="1477" y="132"/>
                  </a:lnTo>
                  <a:lnTo>
                    <a:pt x="1255" y="1"/>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27" name="CustomShape 105"/>
            <p:cNvSpPr/>
            <p:nvPr/>
          </p:nvSpPr>
          <p:spPr>
            <a:xfrm>
              <a:off x="7733880" y="2756520"/>
              <a:ext cx="88560" cy="124920"/>
            </a:xfrm>
            <a:custGeom>
              <a:avLst/>
              <a:gdLst/>
              <a:ahLst/>
              <a:cxnLst/>
              <a:rect l="l" t="t" r="r" b="b"/>
              <a:pathLst>
                <a:path w="1265" h="2166">
                  <a:moveTo>
                    <a:pt x="1260" y="1"/>
                  </a:moveTo>
                  <a:lnTo>
                    <a:pt x="911" y="198"/>
                  </a:lnTo>
                  <a:lnTo>
                    <a:pt x="0" y="724"/>
                  </a:lnTo>
                  <a:lnTo>
                    <a:pt x="5" y="1771"/>
                  </a:lnTo>
                  <a:lnTo>
                    <a:pt x="5" y="2165"/>
                  </a:lnTo>
                  <a:lnTo>
                    <a:pt x="1265" y="1437"/>
                  </a:lnTo>
                  <a:lnTo>
                    <a:pt x="1260" y="1"/>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28" name="CustomShape 106"/>
            <p:cNvSpPr/>
            <p:nvPr/>
          </p:nvSpPr>
          <p:spPr>
            <a:xfrm>
              <a:off x="7822440" y="2748600"/>
              <a:ext cx="15480" cy="98280"/>
            </a:xfrm>
            <a:custGeom>
              <a:avLst/>
              <a:gdLst/>
              <a:ahLst/>
              <a:cxnLst/>
              <a:rect l="l" t="t" r="r" b="b"/>
              <a:pathLst>
                <a:path w="229" h="1700">
                  <a:moveTo>
                    <a:pt x="228" y="0"/>
                  </a:moveTo>
                  <a:lnTo>
                    <a:pt x="1" y="132"/>
                  </a:lnTo>
                  <a:lnTo>
                    <a:pt x="6" y="1568"/>
                  </a:lnTo>
                  <a:lnTo>
                    <a:pt x="228" y="1700"/>
                  </a:lnTo>
                  <a:lnTo>
                    <a:pt x="228" y="0"/>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29" name="CustomShape 107"/>
            <p:cNvSpPr/>
            <p:nvPr/>
          </p:nvSpPr>
          <p:spPr>
            <a:xfrm>
              <a:off x="7734240" y="2839680"/>
              <a:ext cx="104040" cy="56520"/>
            </a:xfrm>
            <a:custGeom>
              <a:avLst/>
              <a:gdLst/>
              <a:ahLst/>
              <a:cxnLst/>
              <a:rect l="l" t="t" r="r" b="b"/>
              <a:pathLst>
                <a:path w="1483" h="987">
                  <a:moveTo>
                    <a:pt x="1260" y="0"/>
                  </a:moveTo>
                  <a:lnTo>
                    <a:pt x="0" y="728"/>
                  </a:lnTo>
                  <a:lnTo>
                    <a:pt x="0" y="986"/>
                  </a:lnTo>
                  <a:lnTo>
                    <a:pt x="1482" y="132"/>
                  </a:lnTo>
                  <a:lnTo>
                    <a:pt x="1260" y="0"/>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30" name="CustomShape 108"/>
            <p:cNvSpPr/>
            <p:nvPr/>
          </p:nvSpPr>
          <p:spPr>
            <a:xfrm>
              <a:off x="8006040" y="2941200"/>
              <a:ext cx="87840" cy="124560"/>
            </a:xfrm>
            <a:custGeom>
              <a:avLst/>
              <a:gdLst/>
              <a:ahLst/>
              <a:cxnLst/>
              <a:rect l="l" t="t" r="r" b="b"/>
              <a:pathLst>
                <a:path w="1250" h="2165">
                  <a:moveTo>
                    <a:pt x="1250" y="0"/>
                  </a:moveTo>
                  <a:lnTo>
                    <a:pt x="906" y="197"/>
                  </a:lnTo>
                  <a:lnTo>
                    <a:pt x="0" y="723"/>
                  </a:lnTo>
                  <a:lnTo>
                    <a:pt x="0" y="1770"/>
                  </a:lnTo>
                  <a:lnTo>
                    <a:pt x="0" y="2165"/>
                  </a:lnTo>
                  <a:lnTo>
                    <a:pt x="1250" y="1441"/>
                  </a:lnTo>
                  <a:lnTo>
                    <a:pt x="1250" y="0"/>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31" name="CustomShape 109"/>
            <p:cNvSpPr/>
            <p:nvPr/>
          </p:nvSpPr>
          <p:spPr>
            <a:xfrm>
              <a:off x="8094240" y="2932920"/>
              <a:ext cx="15840" cy="98640"/>
            </a:xfrm>
            <a:custGeom>
              <a:avLst/>
              <a:gdLst/>
              <a:ahLst/>
              <a:cxnLst/>
              <a:rect l="l" t="t" r="r" b="b"/>
              <a:pathLst>
                <a:path w="229" h="1700">
                  <a:moveTo>
                    <a:pt x="228" y="1"/>
                  </a:moveTo>
                  <a:lnTo>
                    <a:pt x="1" y="132"/>
                  </a:lnTo>
                  <a:lnTo>
                    <a:pt x="1" y="1573"/>
                  </a:lnTo>
                  <a:lnTo>
                    <a:pt x="228" y="1700"/>
                  </a:lnTo>
                  <a:lnTo>
                    <a:pt x="228" y="1"/>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32" name="CustomShape 110"/>
            <p:cNvSpPr/>
            <p:nvPr/>
          </p:nvSpPr>
          <p:spPr>
            <a:xfrm>
              <a:off x="8006040" y="3024000"/>
              <a:ext cx="104040" cy="56520"/>
            </a:xfrm>
            <a:custGeom>
              <a:avLst/>
              <a:gdLst/>
              <a:ahLst/>
              <a:cxnLst/>
              <a:rect l="l" t="t" r="r" b="b"/>
              <a:pathLst>
                <a:path w="1478" h="982">
                  <a:moveTo>
                    <a:pt x="1250" y="0"/>
                  </a:moveTo>
                  <a:lnTo>
                    <a:pt x="0" y="724"/>
                  </a:lnTo>
                  <a:lnTo>
                    <a:pt x="0" y="982"/>
                  </a:lnTo>
                  <a:lnTo>
                    <a:pt x="1477" y="127"/>
                  </a:lnTo>
                  <a:lnTo>
                    <a:pt x="1250" y="0"/>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33" name="CustomShape 111"/>
            <p:cNvSpPr/>
            <p:nvPr/>
          </p:nvSpPr>
          <p:spPr>
            <a:xfrm>
              <a:off x="7869600" y="3005280"/>
              <a:ext cx="88560" cy="124920"/>
            </a:xfrm>
            <a:custGeom>
              <a:avLst/>
              <a:gdLst/>
              <a:ahLst/>
              <a:cxnLst/>
              <a:rect l="l" t="t" r="r" b="b"/>
              <a:pathLst>
                <a:path w="1265" h="2161">
                  <a:moveTo>
                    <a:pt x="1254" y="1"/>
                  </a:moveTo>
                  <a:lnTo>
                    <a:pt x="911" y="198"/>
                  </a:lnTo>
                  <a:lnTo>
                    <a:pt x="0" y="719"/>
                  </a:lnTo>
                  <a:lnTo>
                    <a:pt x="10" y="1771"/>
                  </a:lnTo>
                  <a:lnTo>
                    <a:pt x="10" y="2160"/>
                  </a:lnTo>
                  <a:lnTo>
                    <a:pt x="1265" y="1437"/>
                  </a:lnTo>
                  <a:lnTo>
                    <a:pt x="1254" y="1"/>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34" name="CustomShape 112"/>
            <p:cNvSpPr/>
            <p:nvPr/>
          </p:nvSpPr>
          <p:spPr>
            <a:xfrm>
              <a:off x="7957800" y="2997360"/>
              <a:ext cx="16200" cy="98280"/>
            </a:xfrm>
            <a:custGeom>
              <a:avLst/>
              <a:gdLst/>
              <a:ahLst/>
              <a:cxnLst/>
              <a:rect l="l" t="t" r="r" b="b"/>
              <a:pathLst>
                <a:path w="234" h="1700">
                  <a:moveTo>
                    <a:pt x="233" y="0"/>
                  </a:moveTo>
                  <a:lnTo>
                    <a:pt x="0" y="132"/>
                  </a:lnTo>
                  <a:lnTo>
                    <a:pt x="11" y="1568"/>
                  </a:lnTo>
                  <a:lnTo>
                    <a:pt x="233" y="1700"/>
                  </a:lnTo>
                  <a:lnTo>
                    <a:pt x="233" y="0"/>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35" name="CustomShape 113"/>
            <p:cNvSpPr/>
            <p:nvPr/>
          </p:nvSpPr>
          <p:spPr>
            <a:xfrm>
              <a:off x="7869960" y="3088800"/>
              <a:ext cx="104040" cy="56520"/>
            </a:xfrm>
            <a:custGeom>
              <a:avLst/>
              <a:gdLst/>
              <a:ahLst/>
              <a:cxnLst/>
              <a:rect l="l" t="t" r="r" b="b"/>
              <a:pathLst>
                <a:path w="1478" h="987">
                  <a:moveTo>
                    <a:pt x="1255" y="0"/>
                  </a:moveTo>
                  <a:lnTo>
                    <a:pt x="0" y="723"/>
                  </a:lnTo>
                  <a:lnTo>
                    <a:pt x="0" y="986"/>
                  </a:lnTo>
                  <a:lnTo>
                    <a:pt x="1477" y="132"/>
                  </a:lnTo>
                  <a:lnTo>
                    <a:pt x="1255" y="0"/>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36" name="CustomShape 114"/>
            <p:cNvSpPr/>
            <p:nvPr/>
          </p:nvSpPr>
          <p:spPr>
            <a:xfrm>
              <a:off x="7733880" y="3068640"/>
              <a:ext cx="88560" cy="125280"/>
            </a:xfrm>
            <a:custGeom>
              <a:avLst/>
              <a:gdLst/>
              <a:ahLst/>
              <a:cxnLst/>
              <a:rect l="l" t="t" r="r" b="b"/>
              <a:pathLst>
                <a:path w="1265" h="2165">
                  <a:moveTo>
                    <a:pt x="1260" y="0"/>
                  </a:moveTo>
                  <a:lnTo>
                    <a:pt x="911" y="197"/>
                  </a:lnTo>
                  <a:lnTo>
                    <a:pt x="0" y="723"/>
                  </a:lnTo>
                  <a:lnTo>
                    <a:pt x="5" y="1770"/>
                  </a:lnTo>
                  <a:lnTo>
                    <a:pt x="5" y="2165"/>
                  </a:lnTo>
                  <a:lnTo>
                    <a:pt x="1265" y="1437"/>
                  </a:lnTo>
                  <a:lnTo>
                    <a:pt x="1260" y="0"/>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37" name="CustomShape 115"/>
            <p:cNvSpPr/>
            <p:nvPr/>
          </p:nvSpPr>
          <p:spPr>
            <a:xfrm>
              <a:off x="7822440" y="3060720"/>
              <a:ext cx="15480" cy="99360"/>
            </a:xfrm>
            <a:custGeom>
              <a:avLst/>
              <a:gdLst/>
              <a:ahLst/>
              <a:cxnLst/>
              <a:rect l="l" t="t" r="r" b="b"/>
              <a:pathLst>
                <a:path w="229" h="1701">
                  <a:moveTo>
                    <a:pt x="228" y="1"/>
                  </a:moveTo>
                  <a:lnTo>
                    <a:pt x="1" y="132"/>
                  </a:lnTo>
                  <a:lnTo>
                    <a:pt x="6" y="1569"/>
                  </a:lnTo>
                  <a:lnTo>
                    <a:pt x="228" y="1700"/>
                  </a:lnTo>
                  <a:lnTo>
                    <a:pt x="228" y="1"/>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38" name="CustomShape 116"/>
            <p:cNvSpPr/>
            <p:nvPr/>
          </p:nvSpPr>
          <p:spPr>
            <a:xfrm>
              <a:off x="7734240" y="3152160"/>
              <a:ext cx="104040" cy="56520"/>
            </a:xfrm>
            <a:custGeom>
              <a:avLst/>
              <a:gdLst/>
              <a:ahLst/>
              <a:cxnLst/>
              <a:rect l="l" t="t" r="r" b="b"/>
              <a:pathLst>
                <a:path w="1483" h="987">
                  <a:moveTo>
                    <a:pt x="1260" y="1"/>
                  </a:moveTo>
                  <a:lnTo>
                    <a:pt x="0" y="729"/>
                  </a:lnTo>
                  <a:lnTo>
                    <a:pt x="0" y="987"/>
                  </a:lnTo>
                  <a:lnTo>
                    <a:pt x="1482" y="132"/>
                  </a:lnTo>
                  <a:lnTo>
                    <a:pt x="1260" y="1"/>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39" name="CustomShape 117"/>
            <p:cNvSpPr/>
            <p:nvPr/>
          </p:nvSpPr>
          <p:spPr>
            <a:xfrm>
              <a:off x="8006040" y="3098160"/>
              <a:ext cx="87840" cy="124920"/>
            </a:xfrm>
            <a:custGeom>
              <a:avLst/>
              <a:gdLst/>
              <a:ahLst/>
              <a:cxnLst/>
              <a:rect l="l" t="t" r="r" b="b"/>
              <a:pathLst>
                <a:path w="1250" h="2166">
                  <a:moveTo>
                    <a:pt x="1250" y="1"/>
                  </a:moveTo>
                  <a:lnTo>
                    <a:pt x="906" y="198"/>
                  </a:lnTo>
                  <a:lnTo>
                    <a:pt x="0" y="724"/>
                  </a:lnTo>
                  <a:lnTo>
                    <a:pt x="0" y="1771"/>
                  </a:lnTo>
                  <a:lnTo>
                    <a:pt x="0" y="2166"/>
                  </a:lnTo>
                  <a:lnTo>
                    <a:pt x="1250" y="1442"/>
                  </a:lnTo>
                  <a:lnTo>
                    <a:pt x="1250" y="1"/>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40" name="CustomShape 118"/>
            <p:cNvSpPr/>
            <p:nvPr/>
          </p:nvSpPr>
          <p:spPr>
            <a:xfrm>
              <a:off x="8094240" y="3090240"/>
              <a:ext cx="15840" cy="98640"/>
            </a:xfrm>
            <a:custGeom>
              <a:avLst/>
              <a:gdLst/>
              <a:ahLst/>
              <a:cxnLst/>
              <a:rect l="l" t="t" r="r" b="b"/>
              <a:pathLst>
                <a:path w="229" h="1705">
                  <a:moveTo>
                    <a:pt x="228" y="0"/>
                  </a:moveTo>
                  <a:lnTo>
                    <a:pt x="1" y="132"/>
                  </a:lnTo>
                  <a:lnTo>
                    <a:pt x="1" y="1573"/>
                  </a:lnTo>
                  <a:lnTo>
                    <a:pt x="228" y="1705"/>
                  </a:lnTo>
                  <a:lnTo>
                    <a:pt x="228" y="0"/>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41" name="CustomShape 119"/>
            <p:cNvSpPr/>
            <p:nvPr/>
          </p:nvSpPr>
          <p:spPr>
            <a:xfrm>
              <a:off x="8006040" y="3181680"/>
              <a:ext cx="104040" cy="56160"/>
            </a:xfrm>
            <a:custGeom>
              <a:avLst/>
              <a:gdLst/>
              <a:ahLst/>
              <a:cxnLst/>
              <a:rect l="l" t="t" r="r" b="b"/>
              <a:pathLst>
                <a:path w="1478" h="982">
                  <a:moveTo>
                    <a:pt x="1250" y="0"/>
                  </a:moveTo>
                  <a:lnTo>
                    <a:pt x="0" y="724"/>
                  </a:lnTo>
                  <a:lnTo>
                    <a:pt x="0" y="982"/>
                  </a:lnTo>
                  <a:lnTo>
                    <a:pt x="1477" y="132"/>
                  </a:lnTo>
                  <a:lnTo>
                    <a:pt x="1250" y="0"/>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42" name="CustomShape 120"/>
            <p:cNvSpPr/>
            <p:nvPr/>
          </p:nvSpPr>
          <p:spPr>
            <a:xfrm>
              <a:off x="7869600" y="3161880"/>
              <a:ext cx="88560" cy="125280"/>
            </a:xfrm>
            <a:custGeom>
              <a:avLst/>
              <a:gdLst/>
              <a:ahLst/>
              <a:cxnLst/>
              <a:rect l="l" t="t" r="r" b="b"/>
              <a:pathLst>
                <a:path w="1265" h="2161">
                  <a:moveTo>
                    <a:pt x="1254" y="1"/>
                  </a:moveTo>
                  <a:lnTo>
                    <a:pt x="911" y="198"/>
                  </a:lnTo>
                  <a:lnTo>
                    <a:pt x="0" y="719"/>
                  </a:lnTo>
                  <a:lnTo>
                    <a:pt x="10" y="1771"/>
                  </a:lnTo>
                  <a:lnTo>
                    <a:pt x="10" y="2160"/>
                  </a:lnTo>
                  <a:lnTo>
                    <a:pt x="1265" y="1442"/>
                  </a:lnTo>
                  <a:lnTo>
                    <a:pt x="1254" y="1"/>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43" name="CustomShape 121"/>
            <p:cNvSpPr/>
            <p:nvPr/>
          </p:nvSpPr>
          <p:spPr>
            <a:xfrm>
              <a:off x="7957800" y="3154680"/>
              <a:ext cx="16200" cy="98280"/>
            </a:xfrm>
            <a:custGeom>
              <a:avLst/>
              <a:gdLst/>
              <a:ahLst/>
              <a:cxnLst/>
              <a:rect l="l" t="t" r="r" b="b"/>
              <a:pathLst>
                <a:path w="234" h="1700">
                  <a:moveTo>
                    <a:pt x="233" y="0"/>
                  </a:moveTo>
                  <a:lnTo>
                    <a:pt x="0" y="132"/>
                  </a:lnTo>
                  <a:lnTo>
                    <a:pt x="11" y="1568"/>
                  </a:lnTo>
                  <a:lnTo>
                    <a:pt x="233" y="1699"/>
                  </a:lnTo>
                  <a:lnTo>
                    <a:pt x="233" y="0"/>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44" name="CustomShape 122"/>
            <p:cNvSpPr/>
            <p:nvPr/>
          </p:nvSpPr>
          <p:spPr>
            <a:xfrm>
              <a:off x="7869960" y="3245400"/>
              <a:ext cx="104040" cy="57600"/>
            </a:xfrm>
            <a:custGeom>
              <a:avLst/>
              <a:gdLst/>
              <a:ahLst/>
              <a:cxnLst/>
              <a:rect l="l" t="t" r="r" b="b"/>
              <a:pathLst>
                <a:path w="1478" h="988">
                  <a:moveTo>
                    <a:pt x="1255" y="1"/>
                  </a:moveTo>
                  <a:lnTo>
                    <a:pt x="0" y="724"/>
                  </a:lnTo>
                  <a:lnTo>
                    <a:pt x="0" y="987"/>
                  </a:lnTo>
                  <a:lnTo>
                    <a:pt x="1477" y="132"/>
                  </a:lnTo>
                  <a:lnTo>
                    <a:pt x="1255" y="1"/>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45" name="CustomShape 123"/>
            <p:cNvSpPr/>
            <p:nvPr/>
          </p:nvSpPr>
          <p:spPr>
            <a:xfrm>
              <a:off x="7733880" y="3225960"/>
              <a:ext cx="88560" cy="124920"/>
            </a:xfrm>
            <a:custGeom>
              <a:avLst/>
              <a:gdLst/>
              <a:ahLst/>
              <a:cxnLst/>
              <a:rect l="l" t="t" r="r" b="b"/>
              <a:pathLst>
                <a:path w="1265" h="2165">
                  <a:moveTo>
                    <a:pt x="1260" y="0"/>
                  </a:moveTo>
                  <a:lnTo>
                    <a:pt x="911" y="197"/>
                  </a:lnTo>
                  <a:lnTo>
                    <a:pt x="0" y="723"/>
                  </a:lnTo>
                  <a:lnTo>
                    <a:pt x="5" y="1770"/>
                  </a:lnTo>
                  <a:lnTo>
                    <a:pt x="5" y="2165"/>
                  </a:lnTo>
                  <a:lnTo>
                    <a:pt x="1265" y="1436"/>
                  </a:lnTo>
                  <a:lnTo>
                    <a:pt x="1260" y="0"/>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46" name="CustomShape 124"/>
            <p:cNvSpPr/>
            <p:nvPr/>
          </p:nvSpPr>
          <p:spPr>
            <a:xfrm>
              <a:off x="7822440" y="3218040"/>
              <a:ext cx="15480" cy="97920"/>
            </a:xfrm>
            <a:custGeom>
              <a:avLst/>
              <a:gdLst/>
              <a:ahLst/>
              <a:cxnLst/>
              <a:rect l="l" t="t" r="r" b="b"/>
              <a:pathLst>
                <a:path w="229" h="1700">
                  <a:moveTo>
                    <a:pt x="228" y="1"/>
                  </a:moveTo>
                  <a:lnTo>
                    <a:pt x="1" y="132"/>
                  </a:lnTo>
                  <a:lnTo>
                    <a:pt x="6" y="1568"/>
                  </a:lnTo>
                  <a:lnTo>
                    <a:pt x="228" y="1700"/>
                  </a:lnTo>
                  <a:lnTo>
                    <a:pt x="228" y="1"/>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47" name="CustomShape 125"/>
            <p:cNvSpPr/>
            <p:nvPr/>
          </p:nvSpPr>
          <p:spPr>
            <a:xfrm>
              <a:off x="7734240" y="3309120"/>
              <a:ext cx="104040" cy="56880"/>
            </a:xfrm>
            <a:custGeom>
              <a:avLst/>
              <a:gdLst/>
              <a:ahLst/>
              <a:cxnLst/>
              <a:rect l="l" t="t" r="r" b="b"/>
              <a:pathLst>
                <a:path w="1483" h="987">
                  <a:moveTo>
                    <a:pt x="1260" y="0"/>
                  </a:moveTo>
                  <a:lnTo>
                    <a:pt x="0" y="729"/>
                  </a:lnTo>
                  <a:lnTo>
                    <a:pt x="0" y="987"/>
                  </a:lnTo>
                  <a:lnTo>
                    <a:pt x="1482" y="132"/>
                  </a:lnTo>
                  <a:lnTo>
                    <a:pt x="1260" y="0"/>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48" name="CustomShape 126"/>
            <p:cNvSpPr/>
            <p:nvPr/>
          </p:nvSpPr>
          <p:spPr>
            <a:xfrm>
              <a:off x="8006040" y="3254400"/>
              <a:ext cx="87840" cy="125640"/>
            </a:xfrm>
            <a:custGeom>
              <a:avLst/>
              <a:gdLst/>
              <a:ahLst/>
              <a:cxnLst/>
              <a:rect l="l" t="t" r="r" b="b"/>
              <a:pathLst>
                <a:path w="1250" h="2171">
                  <a:moveTo>
                    <a:pt x="1250" y="1"/>
                  </a:moveTo>
                  <a:lnTo>
                    <a:pt x="906" y="208"/>
                  </a:lnTo>
                  <a:lnTo>
                    <a:pt x="0" y="734"/>
                  </a:lnTo>
                  <a:lnTo>
                    <a:pt x="0" y="1776"/>
                  </a:lnTo>
                  <a:lnTo>
                    <a:pt x="0" y="2170"/>
                  </a:lnTo>
                  <a:lnTo>
                    <a:pt x="1250" y="1447"/>
                  </a:lnTo>
                  <a:lnTo>
                    <a:pt x="1250" y="1"/>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49" name="CustomShape 127"/>
            <p:cNvSpPr/>
            <p:nvPr/>
          </p:nvSpPr>
          <p:spPr>
            <a:xfrm>
              <a:off x="8094240" y="3247200"/>
              <a:ext cx="15840" cy="98280"/>
            </a:xfrm>
            <a:custGeom>
              <a:avLst/>
              <a:gdLst/>
              <a:ahLst/>
              <a:cxnLst/>
              <a:rect l="l" t="t" r="r" b="b"/>
              <a:pathLst>
                <a:path w="229" h="1705">
                  <a:moveTo>
                    <a:pt x="228" y="0"/>
                  </a:moveTo>
                  <a:lnTo>
                    <a:pt x="1" y="127"/>
                  </a:lnTo>
                  <a:lnTo>
                    <a:pt x="1" y="1573"/>
                  </a:lnTo>
                  <a:lnTo>
                    <a:pt x="228" y="1705"/>
                  </a:lnTo>
                  <a:lnTo>
                    <a:pt x="228" y="0"/>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50" name="CustomShape 128"/>
            <p:cNvSpPr/>
            <p:nvPr/>
          </p:nvSpPr>
          <p:spPr>
            <a:xfrm>
              <a:off x="8006040" y="3338640"/>
              <a:ext cx="104040" cy="56880"/>
            </a:xfrm>
            <a:custGeom>
              <a:avLst/>
              <a:gdLst/>
              <a:ahLst/>
              <a:cxnLst/>
              <a:rect l="l" t="t" r="r" b="b"/>
              <a:pathLst>
                <a:path w="1478" h="987">
                  <a:moveTo>
                    <a:pt x="1250" y="0"/>
                  </a:moveTo>
                  <a:lnTo>
                    <a:pt x="0" y="723"/>
                  </a:lnTo>
                  <a:lnTo>
                    <a:pt x="0" y="986"/>
                  </a:lnTo>
                  <a:lnTo>
                    <a:pt x="1477" y="132"/>
                  </a:lnTo>
                  <a:lnTo>
                    <a:pt x="1250" y="0"/>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51" name="CustomShape 129"/>
            <p:cNvSpPr/>
            <p:nvPr/>
          </p:nvSpPr>
          <p:spPr>
            <a:xfrm>
              <a:off x="7869600" y="3318840"/>
              <a:ext cx="88560" cy="124920"/>
            </a:xfrm>
            <a:custGeom>
              <a:avLst/>
              <a:gdLst/>
              <a:ahLst/>
              <a:cxnLst/>
              <a:rect l="l" t="t" r="r" b="b"/>
              <a:pathLst>
                <a:path w="1265" h="2166">
                  <a:moveTo>
                    <a:pt x="1254" y="0"/>
                  </a:moveTo>
                  <a:lnTo>
                    <a:pt x="911" y="193"/>
                  </a:lnTo>
                  <a:lnTo>
                    <a:pt x="0" y="724"/>
                  </a:lnTo>
                  <a:lnTo>
                    <a:pt x="10" y="1776"/>
                  </a:lnTo>
                  <a:lnTo>
                    <a:pt x="10" y="2165"/>
                  </a:lnTo>
                  <a:lnTo>
                    <a:pt x="1265" y="1447"/>
                  </a:lnTo>
                  <a:lnTo>
                    <a:pt x="1254" y="0"/>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52" name="CustomShape 130"/>
            <p:cNvSpPr/>
            <p:nvPr/>
          </p:nvSpPr>
          <p:spPr>
            <a:xfrm>
              <a:off x="7957800" y="3310560"/>
              <a:ext cx="16200" cy="99000"/>
            </a:xfrm>
            <a:custGeom>
              <a:avLst/>
              <a:gdLst/>
              <a:ahLst/>
              <a:cxnLst/>
              <a:rect l="l" t="t" r="r" b="b"/>
              <a:pathLst>
                <a:path w="234" h="1711">
                  <a:moveTo>
                    <a:pt x="233" y="1"/>
                  </a:moveTo>
                  <a:lnTo>
                    <a:pt x="0" y="137"/>
                  </a:lnTo>
                  <a:lnTo>
                    <a:pt x="11" y="1584"/>
                  </a:lnTo>
                  <a:lnTo>
                    <a:pt x="233" y="1710"/>
                  </a:lnTo>
                  <a:lnTo>
                    <a:pt x="233" y="1"/>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53" name="CustomShape 131"/>
            <p:cNvSpPr/>
            <p:nvPr/>
          </p:nvSpPr>
          <p:spPr>
            <a:xfrm>
              <a:off x="7869960" y="3402360"/>
              <a:ext cx="104040" cy="56520"/>
            </a:xfrm>
            <a:custGeom>
              <a:avLst/>
              <a:gdLst/>
              <a:ahLst/>
              <a:cxnLst/>
              <a:rect l="l" t="t" r="r" b="b"/>
              <a:pathLst>
                <a:path w="1478" h="983">
                  <a:moveTo>
                    <a:pt x="1255" y="1"/>
                  </a:moveTo>
                  <a:lnTo>
                    <a:pt x="0" y="719"/>
                  </a:lnTo>
                  <a:lnTo>
                    <a:pt x="0" y="982"/>
                  </a:lnTo>
                  <a:lnTo>
                    <a:pt x="1477" y="127"/>
                  </a:lnTo>
                  <a:lnTo>
                    <a:pt x="1255" y="1"/>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54" name="CustomShape 132"/>
            <p:cNvSpPr/>
            <p:nvPr/>
          </p:nvSpPr>
          <p:spPr>
            <a:xfrm>
              <a:off x="7733880" y="3382200"/>
              <a:ext cx="88560" cy="125640"/>
            </a:xfrm>
            <a:custGeom>
              <a:avLst/>
              <a:gdLst/>
              <a:ahLst/>
              <a:cxnLst/>
              <a:rect l="l" t="t" r="r" b="b"/>
              <a:pathLst>
                <a:path w="1265" h="2171">
                  <a:moveTo>
                    <a:pt x="1260" y="1"/>
                  </a:moveTo>
                  <a:lnTo>
                    <a:pt x="911" y="198"/>
                  </a:lnTo>
                  <a:lnTo>
                    <a:pt x="0" y="729"/>
                  </a:lnTo>
                  <a:lnTo>
                    <a:pt x="5" y="1776"/>
                  </a:lnTo>
                  <a:lnTo>
                    <a:pt x="5" y="2171"/>
                  </a:lnTo>
                  <a:lnTo>
                    <a:pt x="1265" y="1442"/>
                  </a:lnTo>
                  <a:lnTo>
                    <a:pt x="1260" y="1"/>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55" name="CustomShape 133"/>
            <p:cNvSpPr/>
            <p:nvPr/>
          </p:nvSpPr>
          <p:spPr>
            <a:xfrm>
              <a:off x="7822440" y="3374640"/>
              <a:ext cx="15480" cy="98640"/>
            </a:xfrm>
            <a:custGeom>
              <a:avLst/>
              <a:gdLst/>
              <a:ahLst/>
              <a:cxnLst/>
              <a:rect l="l" t="t" r="r" b="b"/>
              <a:pathLst>
                <a:path w="229" h="1705">
                  <a:moveTo>
                    <a:pt x="228" y="0"/>
                  </a:moveTo>
                  <a:lnTo>
                    <a:pt x="1" y="132"/>
                  </a:lnTo>
                  <a:lnTo>
                    <a:pt x="6" y="1573"/>
                  </a:lnTo>
                  <a:lnTo>
                    <a:pt x="228" y="1705"/>
                  </a:lnTo>
                  <a:lnTo>
                    <a:pt x="228" y="0"/>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56" name="CustomShape 134"/>
            <p:cNvSpPr/>
            <p:nvPr/>
          </p:nvSpPr>
          <p:spPr>
            <a:xfrm>
              <a:off x="7734240" y="3465360"/>
              <a:ext cx="104040" cy="57240"/>
            </a:xfrm>
            <a:custGeom>
              <a:avLst/>
              <a:gdLst/>
              <a:ahLst/>
              <a:cxnLst/>
              <a:rect l="l" t="t" r="r" b="b"/>
              <a:pathLst>
                <a:path w="1483" h="987">
                  <a:moveTo>
                    <a:pt x="1260" y="0"/>
                  </a:moveTo>
                  <a:lnTo>
                    <a:pt x="0" y="729"/>
                  </a:lnTo>
                  <a:lnTo>
                    <a:pt x="0" y="987"/>
                  </a:lnTo>
                  <a:lnTo>
                    <a:pt x="1482" y="132"/>
                  </a:lnTo>
                  <a:lnTo>
                    <a:pt x="1260" y="0"/>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57" name="CustomShape 135"/>
            <p:cNvSpPr/>
            <p:nvPr/>
          </p:nvSpPr>
          <p:spPr>
            <a:xfrm>
              <a:off x="8006040" y="3411360"/>
              <a:ext cx="87840" cy="125280"/>
            </a:xfrm>
            <a:custGeom>
              <a:avLst/>
              <a:gdLst/>
              <a:ahLst/>
              <a:cxnLst/>
              <a:rect l="l" t="t" r="r" b="b"/>
              <a:pathLst>
                <a:path w="1250" h="2171">
                  <a:moveTo>
                    <a:pt x="1250" y="1"/>
                  </a:moveTo>
                  <a:lnTo>
                    <a:pt x="906" y="203"/>
                  </a:lnTo>
                  <a:lnTo>
                    <a:pt x="0" y="729"/>
                  </a:lnTo>
                  <a:lnTo>
                    <a:pt x="0" y="1771"/>
                  </a:lnTo>
                  <a:lnTo>
                    <a:pt x="0" y="2170"/>
                  </a:lnTo>
                  <a:lnTo>
                    <a:pt x="1250" y="1442"/>
                  </a:lnTo>
                  <a:lnTo>
                    <a:pt x="1250" y="1"/>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58" name="CustomShape 136"/>
            <p:cNvSpPr/>
            <p:nvPr/>
          </p:nvSpPr>
          <p:spPr>
            <a:xfrm>
              <a:off x="8094240" y="3403800"/>
              <a:ext cx="15840" cy="98640"/>
            </a:xfrm>
            <a:custGeom>
              <a:avLst/>
              <a:gdLst/>
              <a:ahLst/>
              <a:cxnLst/>
              <a:rect l="l" t="t" r="r" b="b"/>
              <a:pathLst>
                <a:path w="229" h="1700">
                  <a:moveTo>
                    <a:pt x="228" y="0"/>
                  </a:moveTo>
                  <a:lnTo>
                    <a:pt x="1" y="127"/>
                  </a:lnTo>
                  <a:lnTo>
                    <a:pt x="1" y="1568"/>
                  </a:lnTo>
                  <a:lnTo>
                    <a:pt x="228" y="1699"/>
                  </a:lnTo>
                  <a:lnTo>
                    <a:pt x="228" y="0"/>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59" name="CustomShape 137"/>
            <p:cNvSpPr/>
            <p:nvPr/>
          </p:nvSpPr>
          <p:spPr>
            <a:xfrm>
              <a:off x="8006040" y="3494520"/>
              <a:ext cx="104040" cy="57240"/>
            </a:xfrm>
            <a:custGeom>
              <a:avLst/>
              <a:gdLst/>
              <a:ahLst/>
              <a:cxnLst/>
              <a:rect l="l" t="t" r="r" b="b"/>
              <a:pathLst>
                <a:path w="1478" h="993">
                  <a:moveTo>
                    <a:pt x="1250" y="1"/>
                  </a:moveTo>
                  <a:lnTo>
                    <a:pt x="0" y="729"/>
                  </a:lnTo>
                  <a:lnTo>
                    <a:pt x="0" y="992"/>
                  </a:lnTo>
                  <a:lnTo>
                    <a:pt x="1477" y="132"/>
                  </a:lnTo>
                  <a:lnTo>
                    <a:pt x="1250" y="1"/>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60" name="CustomShape 138"/>
            <p:cNvSpPr/>
            <p:nvPr/>
          </p:nvSpPr>
          <p:spPr>
            <a:xfrm>
              <a:off x="7869600" y="3475080"/>
              <a:ext cx="88560" cy="125280"/>
            </a:xfrm>
            <a:custGeom>
              <a:avLst/>
              <a:gdLst/>
              <a:ahLst/>
              <a:cxnLst/>
              <a:rect l="l" t="t" r="r" b="b"/>
              <a:pathLst>
                <a:path w="1265" h="2165">
                  <a:moveTo>
                    <a:pt x="1254" y="0"/>
                  </a:moveTo>
                  <a:lnTo>
                    <a:pt x="911" y="192"/>
                  </a:lnTo>
                  <a:lnTo>
                    <a:pt x="0" y="718"/>
                  </a:lnTo>
                  <a:lnTo>
                    <a:pt x="10" y="1775"/>
                  </a:lnTo>
                  <a:lnTo>
                    <a:pt x="10" y="2165"/>
                  </a:lnTo>
                  <a:lnTo>
                    <a:pt x="1265" y="1442"/>
                  </a:lnTo>
                  <a:lnTo>
                    <a:pt x="1254" y="0"/>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61" name="CustomShape 139"/>
            <p:cNvSpPr/>
            <p:nvPr/>
          </p:nvSpPr>
          <p:spPr>
            <a:xfrm>
              <a:off x="7957800" y="3467880"/>
              <a:ext cx="16200" cy="98280"/>
            </a:xfrm>
            <a:custGeom>
              <a:avLst/>
              <a:gdLst/>
              <a:ahLst/>
              <a:cxnLst/>
              <a:rect l="l" t="t" r="r" b="b"/>
              <a:pathLst>
                <a:path w="234" h="1706">
                  <a:moveTo>
                    <a:pt x="233" y="1"/>
                  </a:moveTo>
                  <a:lnTo>
                    <a:pt x="0" y="137"/>
                  </a:lnTo>
                  <a:lnTo>
                    <a:pt x="11" y="1579"/>
                  </a:lnTo>
                  <a:lnTo>
                    <a:pt x="233" y="1705"/>
                  </a:lnTo>
                  <a:lnTo>
                    <a:pt x="233" y="1"/>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62" name="CustomShape 140"/>
            <p:cNvSpPr/>
            <p:nvPr/>
          </p:nvSpPr>
          <p:spPr>
            <a:xfrm>
              <a:off x="7869960" y="3558960"/>
              <a:ext cx="104040" cy="56880"/>
            </a:xfrm>
            <a:custGeom>
              <a:avLst/>
              <a:gdLst/>
              <a:ahLst/>
              <a:cxnLst/>
              <a:rect l="l" t="t" r="r" b="b"/>
              <a:pathLst>
                <a:path w="1478" h="987">
                  <a:moveTo>
                    <a:pt x="1255" y="1"/>
                  </a:moveTo>
                  <a:lnTo>
                    <a:pt x="0" y="724"/>
                  </a:lnTo>
                  <a:lnTo>
                    <a:pt x="0" y="987"/>
                  </a:lnTo>
                  <a:lnTo>
                    <a:pt x="1477" y="127"/>
                  </a:lnTo>
                  <a:lnTo>
                    <a:pt x="1255" y="1"/>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63" name="CustomShape 141"/>
            <p:cNvSpPr/>
            <p:nvPr/>
          </p:nvSpPr>
          <p:spPr>
            <a:xfrm>
              <a:off x="7733880" y="3539160"/>
              <a:ext cx="88560" cy="125280"/>
            </a:xfrm>
            <a:custGeom>
              <a:avLst/>
              <a:gdLst/>
              <a:ahLst/>
              <a:cxnLst/>
              <a:rect l="l" t="t" r="r" b="b"/>
              <a:pathLst>
                <a:path w="1265" h="2171">
                  <a:moveTo>
                    <a:pt x="1260" y="1"/>
                  </a:moveTo>
                  <a:lnTo>
                    <a:pt x="911" y="198"/>
                  </a:lnTo>
                  <a:lnTo>
                    <a:pt x="0" y="724"/>
                  </a:lnTo>
                  <a:lnTo>
                    <a:pt x="5" y="1771"/>
                  </a:lnTo>
                  <a:lnTo>
                    <a:pt x="5" y="2170"/>
                  </a:lnTo>
                  <a:lnTo>
                    <a:pt x="1265" y="1442"/>
                  </a:lnTo>
                  <a:lnTo>
                    <a:pt x="1260" y="1"/>
                  </a:lnTo>
                  <a:close/>
                </a:path>
              </a:pathLst>
            </a:custGeom>
            <a:solidFill>
              <a:srgbClr val="B4D2DC"/>
            </a:solidFill>
            <a:ln>
              <a:noFill/>
            </a:ln>
          </p:spPr>
          <p:style>
            <a:lnRef idx="0">
              <a:scrgbClr r="0" g="0" b="0"/>
            </a:lnRef>
            <a:fillRef idx="0">
              <a:scrgbClr r="0" g="0" b="0"/>
            </a:fillRef>
            <a:effectRef idx="0">
              <a:scrgbClr r="0" g="0" b="0"/>
            </a:effectRef>
            <a:fontRef idx="minor"/>
          </p:style>
        </p:sp>
        <p:sp>
          <p:nvSpPr>
            <p:cNvPr id="1464" name="CustomShape 142"/>
            <p:cNvSpPr/>
            <p:nvPr/>
          </p:nvSpPr>
          <p:spPr>
            <a:xfrm>
              <a:off x="7822440" y="3531600"/>
              <a:ext cx="15480" cy="98280"/>
            </a:xfrm>
            <a:custGeom>
              <a:avLst/>
              <a:gdLst/>
              <a:ahLst/>
              <a:cxnLst/>
              <a:rect l="l" t="t" r="r" b="b"/>
              <a:pathLst>
                <a:path w="229" h="1700">
                  <a:moveTo>
                    <a:pt x="228" y="0"/>
                  </a:moveTo>
                  <a:lnTo>
                    <a:pt x="1" y="132"/>
                  </a:lnTo>
                  <a:lnTo>
                    <a:pt x="6" y="1573"/>
                  </a:lnTo>
                  <a:lnTo>
                    <a:pt x="228" y="1700"/>
                  </a:lnTo>
                  <a:lnTo>
                    <a:pt x="228" y="0"/>
                  </a:lnTo>
                  <a:close/>
                </a:path>
              </a:pathLst>
            </a:custGeom>
            <a:solidFill>
              <a:srgbClr val="7CA8B0"/>
            </a:solidFill>
            <a:ln>
              <a:noFill/>
            </a:ln>
          </p:spPr>
          <p:style>
            <a:lnRef idx="0">
              <a:scrgbClr r="0" g="0" b="0"/>
            </a:lnRef>
            <a:fillRef idx="0">
              <a:scrgbClr r="0" g="0" b="0"/>
            </a:fillRef>
            <a:effectRef idx="0">
              <a:scrgbClr r="0" g="0" b="0"/>
            </a:effectRef>
            <a:fontRef idx="minor"/>
          </p:style>
        </p:sp>
        <p:sp>
          <p:nvSpPr>
            <p:cNvPr id="1465" name="CustomShape 143"/>
            <p:cNvSpPr/>
            <p:nvPr/>
          </p:nvSpPr>
          <p:spPr>
            <a:xfrm>
              <a:off x="7734240" y="3622680"/>
              <a:ext cx="104040" cy="56520"/>
            </a:xfrm>
            <a:custGeom>
              <a:avLst/>
              <a:gdLst/>
              <a:ahLst/>
              <a:cxnLst/>
              <a:rect l="l" t="t" r="r" b="b"/>
              <a:pathLst>
                <a:path w="1483" h="987">
                  <a:moveTo>
                    <a:pt x="1260" y="0"/>
                  </a:moveTo>
                  <a:lnTo>
                    <a:pt x="0" y="728"/>
                  </a:lnTo>
                  <a:lnTo>
                    <a:pt x="0" y="986"/>
                  </a:lnTo>
                  <a:lnTo>
                    <a:pt x="1482" y="127"/>
                  </a:lnTo>
                  <a:lnTo>
                    <a:pt x="1260" y="0"/>
                  </a:lnTo>
                  <a:close/>
                </a:path>
              </a:pathLst>
            </a:custGeom>
            <a:solidFill>
              <a:srgbClr val="89BCC4"/>
            </a:solidFill>
            <a:ln>
              <a:noFill/>
            </a:ln>
          </p:spPr>
          <p:style>
            <a:lnRef idx="0">
              <a:scrgbClr r="0" g="0" b="0"/>
            </a:lnRef>
            <a:fillRef idx="0">
              <a:scrgbClr r="0" g="0" b="0"/>
            </a:fillRef>
            <a:effectRef idx="0">
              <a:scrgbClr r="0" g="0" b="0"/>
            </a:effectRef>
            <a:fontRef idx="minor"/>
          </p:style>
        </p:sp>
        <p:sp>
          <p:nvSpPr>
            <p:cNvPr id="1466" name="CustomShape 144"/>
            <p:cNvSpPr/>
            <p:nvPr/>
          </p:nvSpPr>
          <p:spPr>
            <a:xfrm>
              <a:off x="7376040" y="2423880"/>
              <a:ext cx="23040" cy="59400"/>
            </a:xfrm>
            <a:custGeom>
              <a:avLst/>
              <a:gdLst/>
              <a:ahLst/>
              <a:cxnLst/>
              <a:rect l="l" t="t" r="r" b="b"/>
              <a:pathLst>
                <a:path w="335" h="1029">
                  <a:moveTo>
                    <a:pt x="0" y="0"/>
                  </a:moveTo>
                  <a:lnTo>
                    <a:pt x="0" y="931"/>
                  </a:lnTo>
                  <a:cubicBezTo>
                    <a:pt x="0" y="956"/>
                    <a:pt x="11" y="981"/>
                    <a:pt x="51" y="1002"/>
                  </a:cubicBezTo>
                  <a:cubicBezTo>
                    <a:pt x="81" y="1019"/>
                    <a:pt x="124" y="1028"/>
                    <a:pt x="167" y="1028"/>
                  </a:cubicBezTo>
                  <a:cubicBezTo>
                    <a:pt x="210" y="1028"/>
                    <a:pt x="253" y="1019"/>
                    <a:pt x="284" y="1002"/>
                  </a:cubicBezTo>
                  <a:cubicBezTo>
                    <a:pt x="324" y="981"/>
                    <a:pt x="334" y="951"/>
                    <a:pt x="334" y="931"/>
                  </a:cubicBezTo>
                  <a:lnTo>
                    <a:pt x="334" y="0"/>
                  </a:lnTo>
                  <a:cubicBezTo>
                    <a:pt x="334" y="26"/>
                    <a:pt x="319" y="51"/>
                    <a:pt x="284" y="71"/>
                  </a:cubicBezTo>
                  <a:cubicBezTo>
                    <a:pt x="253" y="91"/>
                    <a:pt x="210" y="101"/>
                    <a:pt x="167" y="101"/>
                  </a:cubicBezTo>
                  <a:cubicBezTo>
                    <a:pt x="124" y="101"/>
                    <a:pt x="81" y="91"/>
                    <a:pt x="51" y="71"/>
                  </a:cubicBezTo>
                  <a:cubicBezTo>
                    <a:pt x="11" y="51"/>
                    <a:pt x="0" y="20"/>
                    <a:pt x="0" y="0"/>
                  </a:cubicBezTo>
                  <a:close/>
                </a:path>
              </a:pathLst>
            </a:custGeom>
            <a:solidFill>
              <a:srgbClr val="3D565F"/>
            </a:solidFill>
            <a:ln>
              <a:noFill/>
            </a:ln>
          </p:spPr>
          <p:style>
            <a:lnRef idx="0">
              <a:scrgbClr r="0" g="0" b="0"/>
            </a:lnRef>
            <a:fillRef idx="0">
              <a:scrgbClr r="0" g="0" b="0"/>
            </a:fillRef>
            <a:effectRef idx="0">
              <a:scrgbClr r="0" g="0" b="0"/>
            </a:effectRef>
            <a:fontRef idx="minor"/>
          </p:style>
        </p:sp>
        <p:sp>
          <p:nvSpPr>
            <p:cNvPr id="1467" name="CustomShape 145"/>
            <p:cNvSpPr/>
            <p:nvPr/>
          </p:nvSpPr>
          <p:spPr>
            <a:xfrm>
              <a:off x="7773120" y="2607480"/>
              <a:ext cx="23040" cy="59040"/>
            </a:xfrm>
            <a:custGeom>
              <a:avLst/>
              <a:gdLst/>
              <a:ahLst/>
              <a:cxnLst/>
              <a:rect l="l" t="t" r="r" b="b"/>
              <a:pathLst>
                <a:path w="340" h="1028">
                  <a:moveTo>
                    <a:pt x="1" y="0"/>
                  </a:moveTo>
                  <a:lnTo>
                    <a:pt x="1" y="926"/>
                  </a:lnTo>
                  <a:cubicBezTo>
                    <a:pt x="1" y="951"/>
                    <a:pt x="16" y="977"/>
                    <a:pt x="51" y="997"/>
                  </a:cubicBezTo>
                  <a:cubicBezTo>
                    <a:pt x="84" y="1017"/>
                    <a:pt x="127" y="1027"/>
                    <a:pt x="170" y="1027"/>
                  </a:cubicBezTo>
                  <a:cubicBezTo>
                    <a:pt x="213" y="1027"/>
                    <a:pt x="256" y="1017"/>
                    <a:pt x="289" y="997"/>
                  </a:cubicBezTo>
                  <a:cubicBezTo>
                    <a:pt x="324" y="977"/>
                    <a:pt x="339" y="946"/>
                    <a:pt x="339" y="926"/>
                  </a:cubicBezTo>
                  <a:lnTo>
                    <a:pt x="339" y="0"/>
                  </a:lnTo>
                  <a:cubicBezTo>
                    <a:pt x="339" y="26"/>
                    <a:pt x="324" y="51"/>
                    <a:pt x="289" y="66"/>
                  </a:cubicBezTo>
                  <a:cubicBezTo>
                    <a:pt x="256" y="86"/>
                    <a:pt x="213" y="97"/>
                    <a:pt x="170" y="97"/>
                  </a:cubicBezTo>
                  <a:cubicBezTo>
                    <a:pt x="127" y="97"/>
                    <a:pt x="84" y="86"/>
                    <a:pt x="51" y="66"/>
                  </a:cubicBezTo>
                  <a:cubicBezTo>
                    <a:pt x="16" y="46"/>
                    <a:pt x="1" y="16"/>
                    <a:pt x="1" y="0"/>
                  </a:cubicBezTo>
                  <a:close/>
                </a:path>
              </a:pathLst>
            </a:custGeom>
            <a:solidFill>
              <a:srgbClr val="3D565F"/>
            </a:solidFill>
            <a:ln>
              <a:noFill/>
            </a:ln>
          </p:spPr>
          <p:style>
            <a:lnRef idx="0">
              <a:scrgbClr r="0" g="0" b="0"/>
            </a:lnRef>
            <a:fillRef idx="0">
              <a:scrgbClr r="0" g="0" b="0"/>
            </a:fillRef>
            <a:effectRef idx="0">
              <a:scrgbClr r="0" g="0" b="0"/>
            </a:effectRef>
            <a:fontRef idx="minor"/>
          </p:style>
        </p:sp>
        <p:sp>
          <p:nvSpPr>
            <p:cNvPr id="1468" name="CustomShape 146"/>
            <p:cNvSpPr/>
            <p:nvPr/>
          </p:nvSpPr>
          <p:spPr>
            <a:xfrm>
              <a:off x="7780680" y="2462760"/>
              <a:ext cx="40680" cy="174240"/>
            </a:xfrm>
            <a:custGeom>
              <a:avLst/>
              <a:gdLst/>
              <a:ahLst/>
              <a:cxnLst/>
              <a:rect l="l" t="t" r="r" b="b"/>
              <a:pathLst>
                <a:path w="583" h="3011">
                  <a:moveTo>
                    <a:pt x="522" y="1"/>
                  </a:moveTo>
                  <a:lnTo>
                    <a:pt x="1" y="289"/>
                  </a:lnTo>
                  <a:lnTo>
                    <a:pt x="51" y="3010"/>
                  </a:lnTo>
                  <a:lnTo>
                    <a:pt x="583" y="2727"/>
                  </a:lnTo>
                  <a:lnTo>
                    <a:pt x="522" y="1"/>
                  </a:lnTo>
                  <a:close/>
                </a:path>
              </a:pathLst>
            </a:custGeom>
            <a:solidFill>
              <a:srgbClr val="D3E8F5"/>
            </a:solidFill>
            <a:ln>
              <a:noFill/>
            </a:ln>
          </p:spPr>
          <p:style>
            <a:lnRef idx="0">
              <a:scrgbClr r="0" g="0" b="0"/>
            </a:lnRef>
            <a:fillRef idx="0">
              <a:scrgbClr r="0" g="0" b="0"/>
            </a:fillRef>
            <a:effectRef idx="0">
              <a:scrgbClr r="0" g="0" b="0"/>
            </a:effectRef>
            <a:fontRef idx="minor"/>
          </p:style>
        </p:sp>
        <p:sp>
          <p:nvSpPr>
            <p:cNvPr id="1469" name="CustomShape 147"/>
            <p:cNvSpPr/>
            <p:nvPr/>
          </p:nvSpPr>
          <p:spPr>
            <a:xfrm>
              <a:off x="7350840" y="2277360"/>
              <a:ext cx="433440" cy="359640"/>
            </a:xfrm>
            <a:custGeom>
              <a:avLst/>
              <a:gdLst/>
              <a:ahLst/>
              <a:cxnLst/>
              <a:rect l="l" t="t" r="r" b="b"/>
              <a:pathLst>
                <a:path w="6146" h="6202">
                  <a:moveTo>
                    <a:pt x="0" y="1"/>
                  </a:moveTo>
                  <a:lnTo>
                    <a:pt x="46" y="2732"/>
                  </a:lnTo>
                  <a:lnTo>
                    <a:pt x="6145" y="6201"/>
                  </a:lnTo>
                  <a:lnTo>
                    <a:pt x="6095" y="3480"/>
                  </a:lnTo>
                  <a:lnTo>
                    <a:pt x="0" y="1"/>
                  </a:lnTo>
                  <a:close/>
                </a:path>
              </a:pathLst>
            </a:custGeom>
            <a:solidFill>
              <a:srgbClr val="E8F4FD"/>
            </a:solidFill>
            <a:ln>
              <a:noFill/>
            </a:ln>
          </p:spPr>
          <p:style>
            <a:lnRef idx="0">
              <a:scrgbClr r="0" g="0" b="0"/>
            </a:lnRef>
            <a:fillRef idx="0">
              <a:scrgbClr r="0" g="0" b="0"/>
            </a:fillRef>
            <a:effectRef idx="0">
              <a:scrgbClr r="0" g="0" b="0"/>
            </a:effectRef>
            <a:fontRef idx="minor"/>
          </p:style>
        </p:sp>
        <p:sp>
          <p:nvSpPr>
            <p:cNvPr id="1470" name="CustomShape 148"/>
            <p:cNvSpPr/>
            <p:nvPr/>
          </p:nvSpPr>
          <p:spPr>
            <a:xfrm>
              <a:off x="7350840" y="2260800"/>
              <a:ext cx="466200" cy="218160"/>
            </a:xfrm>
            <a:custGeom>
              <a:avLst/>
              <a:gdLst/>
              <a:ahLst/>
              <a:cxnLst/>
              <a:rect l="l" t="t" r="r" b="b"/>
              <a:pathLst>
                <a:path w="6616" h="3769">
                  <a:moveTo>
                    <a:pt x="516" y="0"/>
                  </a:moveTo>
                  <a:lnTo>
                    <a:pt x="0" y="289"/>
                  </a:lnTo>
                  <a:lnTo>
                    <a:pt x="6095" y="3768"/>
                  </a:lnTo>
                  <a:lnTo>
                    <a:pt x="6616" y="3480"/>
                  </a:lnTo>
                  <a:lnTo>
                    <a:pt x="516" y="0"/>
                  </a:lnTo>
                  <a:close/>
                </a:path>
              </a:pathLst>
            </a:custGeom>
            <a:solidFill>
              <a:srgbClr val="C3DDEA"/>
            </a:solidFill>
            <a:ln>
              <a:noFill/>
            </a:ln>
          </p:spPr>
          <p:style>
            <a:lnRef idx="0">
              <a:scrgbClr r="0" g="0" b="0"/>
            </a:lnRef>
            <a:fillRef idx="0">
              <a:scrgbClr r="0" g="0" b="0"/>
            </a:fillRef>
            <a:effectRef idx="0">
              <a:scrgbClr r="0" g="0" b="0"/>
            </a:effectRef>
            <a:fontRef idx="minor"/>
          </p:style>
        </p:sp>
        <p:sp>
          <p:nvSpPr>
            <p:cNvPr id="1471" name="CustomShape 149"/>
            <p:cNvSpPr/>
            <p:nvPr/>
          </p:nvSpPr>
          <p:spPr>
            <a:xfrm>
              <a:off x="7374960" y="2338920"/>
              <a:ext cx="51840" cy="79560"/>
            </a:xfrm>
            <a:custGeom>
              <a:avLst/>
              <a:gdLst/>
              <a:ahLst/>
              <a:cxnLst/>
              <a:rect l="l" t="t" r="r" b="b"/>
              <a:pathLst>
                <a:path w="744" h="1372">
                  <a:moveTo>
                    <a:pt x="0" y="1"/>
                  </a:moveTo>
                  <a:lnTo>
                    <a:pt x="0" y="921"/>
                  </a:lnTo>
                  <a:lnTo>
                    <a:pt x="198" y="1043"/>
                  </a:lnTo>
                  <a:lnTo>
                    <a:pt x="198" y="648"/>
                  </a:lnTo>
                  <a:lnTo>
                    <a:pt x="547" y="860"/>
                  </a:lnTo>
                  <a:lnTo>
                    <a:pt x="547" y="1250"/>
                  </a:lnTo>
                  <a:lnTo>
                    <a:pt x="744" y="1371"/>
                  </a:lnTo>
                  <a:lnTo>
                    <a:pt x="744" y="446"/>
                  </a:lnTo>
                  <a:lnTo>
                    <a:pt x="547" y="329"/>
                  </a:lnTo>
                  <a:lnTo>
                    <a:pt x="547" y="714"/>
                  </a:lnTo>
                  <a:lnTo>
                    <a:pt x="198" y="506"/>
                  </a:lnTo>
                  <a:lnTo>
                    <a:pt x="198" y="117"/>
                  </a:lnTo>
                  <a:lnTo>
                    <a:pt x="0" y="1"/>
                  </a:lnTo>
                  <a:close/>
                </a:path>
              </a:pathLst>
            </a:custGeom>
            <a:solidFill>
              <a:srgbClr val="242B31"/>
            </a:solidFill>
            <a:ln>
              <a:noFill/>
            </a:ln>
          </p:spPr>
          <p:style>
            <a:lnRef idx="0">
              <a:scrgbClr r="0" g="0" b="0"/>
            </a:lnRef>
            <a:fillRef idx="0">
              <a:scrgbClr r="0" g="0" b="0"/>
            </a:fillRef>
            <a:effectRef idx="0">
              <a:scrgbClr r="0" g="0" b="0"/>
            </a:effectRef>
            <a:fontRef idx="minor"/>
          </p:style>
        </p:sp>
        <p:sp>
          <p:nvSpPr>
            <p:cNvPr id="1472" name="CustomShape 150"/>
            <p:cNvSpPr/>
            <p:nvPr/>
          </p:nvSpPr>
          <p:spPr>
            <a:xfrm>
              <a:off x="7434720" y="2379960"/>
              <a:ext cx="63360" cy="63720"/>
            </a:xfrm>
            <a:custGeom>
              <a:avLst/>
              <a:gdLst/>
              <a:ahLst/>
              <a:cxnLst/>
              <a:rect l="l" t="t" r="r" b="b"/>
              <a:pathLst>
                <a:path w="897" h="1101">
                  <a:moveTo>
                    <a:pt x="330" y="192"/>
                  </a:moveTo>
                  <a:cubicBezTo>
                    <a:pt x="337" y="192"/>
                    <a:pt x="344" y="193"/>
                    <a:pt x="350" y="194"/>
                  </a:cubicBezTo>
                  <a:cubicBezTo>
                    <a:pt x="385" y="199"/>
                    <a:pt x="416" y="219"/>
                    <a:pt x="456" y="239"/>
                  </a:cubicBezTo>
                  <a:cubicBezTo>
                    <a:pt x="492" y="265"/>
                    <a:pt x="532" y="295"/>
                    <a:pt x="557" y="320"/>
                  </a:cubicBezTo>
                  <a:cubicBezTo>
                    <a:pt x="588" y="361"/>
                    <a:pt x="613" y="391"/>
                    <a:pt x="633" y="427"/>
                  </a:cubicBezTo>
                  <a:cubicBezTo>
                    <a:pt x="658" y="467"/>
                    <a:pt x="669" y="502"/>
                    <a:pt x="684" y="548"/>
                  </a:cubicBezTo>
                  <a:cubicBezTo>
                    <a:pt x="689" y="593"/>
                    <a:pt x="694" y="629"/>
                    <a:pt x="694" y="679"/>
                  </a:cubicBezTo>
                  <a:cubicBezTo>
                    <a:pt x="694" y="730"/>
                    <a:pt x="694" y="765"/>
                    <a:pt x="684" y="796"/>
                  </a:cubicBezTo>
                  <a:cubicBezTo>
                    <a:pt x="669" y="821"/>
                    <a:pt x="653" y="846"/>
                    <a:pt x="633" y="856"/>
                  </a:cubicBezTo>
                  <a:cubicBezTo>
                    <a:pt x="618" y="868"/>
                    <a:pt x="597" y="873"/>
                    <a:pt x="577" y="873"/>
                  </a:cubicBezTo>
                  <a:cubicBezTo>
                    <a:pt x="570" y="873"/>
                    <a:pt x="564" y="873"/>
                    <a:pt x="557" y="872"/>
                  </a:cubicBezTo>
                  <a:cubicBezTo>
                    <a:pt x="527" y="867"/>
                    <a:pt x="492" y="846"/>
                    <a:pt x="456" y="826"/>
                  </a:cubicBezTo>
                  <a:cubicBezTo>
                    <a:pt x="411" y="801"/>
                    <a:pt x="375" y="770"/>
                    <a:pt x="350" y="745"/>
                  </a:cubicBezTo>
                  <a:cubicBezTo>
                    <a:pt x="325" y="705"/>
                    <a:pt x="289" y="674"/>
                    <a:pt x="274" y="639"/>
                  </a:cubicBezTo>
                  <a:cubicBezTo>
                    <a:pt x="249" y="598"/>
                    <a:pt x="234" y="563"/>
                    <a:pt x="224" y="518"/>
                  </a:cubicBezTo>
                  <a:cubicBezTo>
                    <a:pt x="213" y="472"/>
                    <a:pt x="208" y="437"/>
                    <a:pt x="208" y="386"/>
                  </a:cubicBezTo>
                  <a:cubicBezTo>
                    <a:pt x="208" y="341"/>
                    <a:pt x="208" y="295"/>
                    <a:pt x="224" y="270"/>
                  </a:cubicBezTo>
                  <a:cubicBezTo>
                    <a:pt x="234" y="244"/>
                    <a:pt x="254" y="219"/>
                    <a:pt x="274" y="209"/>
                  </a:cubicBezTo>
                  <a:cubicBezTo>
                    <a:pt x="285" y="198"/>
                    <a:pt x="308" y="192"/>
                    <a:pt x="330" y="192"/>
                  </a:cubicBezTo>
                  <a:close/>
                  <a:moveTo>
                    <a:pt x="216" y="0"/>
                  </a:moveTo>
                  <a:cubicBezTo>
                    <a:pt x="189" y="0"/>
                    <a:pt x="164" y="5"/>
                    <a:pt x="138" y="17"/>
                  </a:cubicBezTo>
                  <a:cubicBezTo>
                    <a:pt x="102" y="42"/>
                    <a:pt x="72" y="72"/>
                    <a:pt x="52" y="118"/>
                  </a:cubicBezTo>
                  <a:cubicBezTo>
                    <a:pt x="26" y="164"/>
                    <a:pt x="11" y="219"/>
                    <a:pt x="11" y="290"/>
                  </a:cubicBezTo>
                  <a:cubicBezTo>
                    <a:pt x="1" y="351"/>
                    <a:pt x="21" y="421"/>
                    <a:pt x="36" y="492"/>
                  </a:cubicBezTo>
                  <a:cubicBezTo>
                    <a:pt x="57" y="563"/>
                    <a:pt x="87" y="629"/>
                    <a:pt x="127" y="695"/>
                  </a:cubicBezTo>
                  <a:cubicBezTo>
                    <a:pt x="163" y="755"/>
                    <a:pt x="208" y="821"/>
                    <a:pt x="264" y="877"/>
                  </a:cubicBezTo>
                  <a:cubicBezTo>
                    <a:pt x="325" y="932"/>
                    <a:pt x="385" y="978"/>
                    <a:pt x="451" y="1023"/>
                  </a:cubicBezTo>
                  <a:cubicBezTo>
                    <a:pt x="517" y="1054"/>
                    <a:pt x="578" y="1079"/>
                    <a:pt x="633" y="1094"/>
                  </a:cubicBezTo>
                  <a:cubicBezTo>
                    <a:pt x="655" y="1098"/>
                    <a:pt x="675" y="1100"/>
                    <a:pt x="693" y="1100"/>
                  </a:cubicBezTo>
                  <a:cubicBezTo>
                    <a:pt x="723" y="1100"/>
                    <a:pt x="748" y="1094"/>
                    <a:pt x="770" y="1079"/>
                  </a:cubicBezTo>
                  <a:cubicBezTo>
                    <a:pt x="810" y="1054"/>
                    <a:pt x="841" y="1023"/>
                    <a:pt x="861" y="978"/>
                  </a:cubicBezTo>
                  <a:cubicBezTo>
                    <a:pt x="886" y="932"/>
                    <a:pt x="896" y="877"/>
                    <a:pt x="896" y="806"/>
                  </a:cubicBezTo>
                  <a:cubicBezTo>
                    <a:pt x="896" y="740"/>
                    <a:pt x="891" y="669"/>
                    <a:pt x="871" y="604"/>
                  </a:cubicBezTo>
                  <a:cubicBezTo>
                    <a:pt x="851" y="538"/>
                    <a:pt x="820" y="467"/>
                    <a:pt x="785" y="401"/>
                  </a:cubicBezTo>
                  <a:cubicBezTo>
                    <a:pt x="744" y="341"/>
                    <a:pt x="704" y="275"/>
                    <a:pt x="643" y="219"/>
                  </a:cubicBezTo>
                  <a:cubicBezTo>
                    <a:pt x="588" y="164"/>
                    <a:pt x="527" y="118"/>
                    <a:pt x="461" y="72"/>
                  </a:cubicBezTo>
                  <a:cubicBezTo>
                    <a:pt x="390" y="42"/>
                    <a:pt x="335" y="12"/>
                    <a:pt x="279" y="7"/>
                  </a:cubicBezTo>
                  <a:cubicBezTo>
                    <a:pt x="256" y="3"/>
                    <a:pt x="236" y="0"/>
                    <a:pt x="216" y="0"/>
                  </a:cubicBezTo>
                  <a:close/>
                </a:path>
              </a:pathLst>
            </a:custGeom>
            <a:solidFill>
              <a:srgbClr val="242B31"/>
            </a:solidFill>
            <a:ln>
              <a:noFill/>
            </a:ln>
          </p:spPr>
          <p:style>
            <a:lnRef idx="0">
              <a:scrgbClr r="0" g="0" b="0"/>
            </a:lnRef>
            <a:fillRef idx="0">
              <a:scrgbClr r="0" g="0" b="0"/>
            </a:fillRef>
            <a:effectRef idx="0">
              <a:scrgbClr r="0" g="0" b="0"/>
            </a:effectRef>
            <a:fontRef idx="minor"/>
          </p:style>
        </p:sp>
        <p:sp>
          <p:nvSpPr>
            <p:cNvPr id="1473" name="CustomShape 151"/>
            <p:cNvSpPr/>
            <p:nvPr/>
          </p:nvSpPr>
          <p:spPr>
            <a:xfrm>
              <a:off x="7502040" y="2410200"/>
              <a:ext cx="41760" cy="59760"/>
            </a:xfrm>
            <a:custGeom>
              <a:avLst/>
              <a:gdLst/>
              <a:ahLst/>
              <a:cxnLst/>
              <a:rect l="l" t="t" r="r" b="b"/>
              <a:pathLst>
                <a:path w="603" h="1034">
                  <a:moveTo>
                    <a:pt x="165" y="1"/>
                  </a:moveTo>
                  <a:cubicBezTo>
                    <a:pt x="146" y="1"/>
                    <a:pt x="128" y="4"/>
                    <a:pt x="112" y="14"/>
                  </a:cubicBezTo>
                  <a:cubicBezTo>
                    <a:pt x="92" y="24"/>
                    <a:pt x="67" y="44"/>
                    <a:pt x="51" y="69"/>
                  </a:cubicBezTo>
                  <a:cubicBezTo>
                    <a:pt x="41" y="95"/>
                    <a:pt x="36" y="120"/>
                    <a:pt x="36" y="155"/>
                  </a:cubicBezTo>
                  <a:cubicBezTo>
                    <a:pt x="36" y="201"/>
                    <a:pt x="36" y="241"/>
                    <a:pt x="46" y="277"/>
                  </a:cubicBezTo>
                  <a:cubicBezTo>
                    <a:pt x="51" y="317"/>
                    <a:pt x="72" y="353"/>
                    <a:pt x="92" y="378"/>
                  </a:cubicBezTo>
                  <a:cubicBezTo>
                    <a:pt x="112" y="403"/>
                    <a:pt x="132" y="434"/>
                    <a:pt x="152" y="459"/>
                  </a:cubicBezTo>
                  <a:lnTo>
                    <a:pt x="223" y="530"/>
                  </a:lnTo>
                  <a:cubicBezTo>
                    <a:pt x="244" y="550"/>
                    <a:pt x="274" y="575"/>
                    <a:pt x="294" y="595"/>
                  </a:cubicBezTo>
                  <a:cubicBezTo>
                    <a:pt x="319" y="611"/>
                    <a:pt x="335" y="636"/>
                    <a:pt x="355" y="656"/>
                  </a:cubicBezTo>
                  <a:cubicBezTo>
                    <a:pt x="375" y="671"/>
                    <a:pt x="385" y="697"/>
                    <a:pt x="400" y="712"/>
                  </a:cubicBezTo>
                  <a:cubicBezTo>
                    <a:pt x="405" y="732"/>
                    <a:pt x="410" y="757"/>
                    <a:pt x="410" y="777"/>
                  </a:cubicBezTo>
                  <a:cubicBezTo>
                    <a:pt x="410" y="813"/>
                    <a:pt x="405" y="833"/>
                    <a:pt x="385" y="838"/>
                  </a:cubicBezTo>
                  <a:cubicBezTo>
                    <a:pt x="381" y="841"/>
                    <a:pt x="376" y="842"/>
                    <a:pt x="370" y="842"/>
                  </a:cubicBezTo>
                  <a:cubicBezTo>
                    <a:pt x="355" y="842"/>
                    <a:pt x="333" y="834"/>
                    <a:pt x="304" y="823"/>
                  </a:cubicBezTo>
                  <a:cubicBezTo>
                    <a:pt x="279" y="803"/>
                    <a:pt x="254" y="783"/>
                    <a:pt x="233" y="762"/>
                  </a:cubicBezTo>
                  <a:cubicBezTo>
                    <a:pt x="223" y="747"/>
                    <a:pt x="198" y="727"/>
                    <a:pt x="183" y="707"/>
                  </a:cubicBezTo>
                  <a:cubicBezTo>
                    <a:pt x="168" y="697"/>
                    <a:pt x="152" y="671"/>
                    <a:pt x="142" y="656"/>
                  </a:cubicBezTo>
                  <a:cubicBezTo>
                    <a:pt x="122" y="636"/>
                    <a:pt x="117" y="626"/>
                    <a:pt x="102" y="621"/>
                  </a:cubicBezTo>
                  <a:cubicBezTo>
                    <a:pt x="92" y="611"/>
                    <a:pt x="82" y="611"/>
                    <a:pt x="77" y="611"/>
                  </a:cubicBezTo>
                  <a:cubicBezTo>
                    <a:pt x="72" y="611"/>
                    <a:pt x="67" y="611"/>
                    <a:pt x="56" y="621"/>
                  </a:cubicBezTo>
                  <a:lnTo>
                    <a:pt x="1" y="681"/>
                  </a:lnTo>
                  <a:cubicBezTo>
                    <a:pt x="16" y="707"/>
                    <a:pt x="41" y="737"/>
                    <a:pt x="56" y="762"/>
                  </a:cubicBezTo>
                  <a:cubicBezTo>
                    <a:pt x="77" y="788"/>
                    <a:pt x="102" y="823"/>
                    <a:pt x="127" y="848"/>
                  </a:cubicBezTo>
                  <a:cubicBezTo>
                    <a:pt x="147" y="863"/>
                    <a:pt x="178" y="899"/>
                    <a:pt x="203" y="914"/>
                  </a:cubicBezTo>
                  <a:cubicBezTo>
                    <a:pt x="228" y="934"/>
                    <a:pt x="259" y="960"/>
                    <a:pt x="284" y="975"/>
                  </a:cubicBezTo>
                  <a:cubicBezTo>
                    <a:pt x="335" y="1005"/>
                    <a:pt x="380" y="1025"/>
                    <a:pt x="421" y="1030"/>
                  </a:cubicBezTo>
                  <a:cubicBezTo>
                    <a:pt x="437" y="1032"/>
                    <a:pt x="453" y="1034"/>
                    <a:pt x="468" y="1034"/>
                  </a:cubicBezTo>
                  <a:cubicBezTo>
                    <a:pt x="489" y="1034"/>
                    <a:pt x="507" y="1031"/>
                    <a:pt x="522" y="1025"/>
                  </a:cubicBezTo>
                  <a:cubicBezTo>
                    <a:pt x="547" y="1010"/>
                    <a:pt x="572" y="985"/>
                    <a:pt x="582" y="960"/>
                  </a:cubicBezTo>
                  <a:cubicBezTo>
                    <a:pt x="598" y="929"/>
                    <a:pt x="603" y="899"/>
                    <a:pt x="603" y="853"/>
                  </a:cubicBezTo>
                  <a:cubicBezTo>
                    <a:pt x="603" y="813"/>
                    <a:pt x="603" y="783"/>
                    <a:pt x="587" y="747"/>
                  </a:cubicBezTo>
                  <a:cubicBezTo>
                    <a:pt x="582" y="707"/>
                    <a:pt x="562" y="666"/>
                    <a:pt x="547" y="646"/>
                  </a:cubicBezTo>
                  <a:cubicBezTo>
                    <a:pt x="527" y="621"/>
                    <a:pt x="501" y="585"/>
                    <a:pt x="481" y="560"/>
                  </a:cubicBezTo>
                  <a:cubicBezTo>
                    <a:pt x="461" y="535"/>
                    <a:pt x="431" y="504"/>
                    <a:pt x="410" y="484"/>
                  </a:cubicBezTo>
                  <a:cubicBezTo>
                    <a:pt x="395" y="459"/>
                    <a:pt x="360" y="434"/>
                    <a:pt x="345" y="413"/>
                  </a:cubicBezTo>
                  <a:cubicBezTo>
                    <a:pt x="319" y="398"/>
                    <a:pt x="299" y="373"/>
                    <a:pt x="279" y="353"/>
                  </a:cubicBezTo>
                  <a:cubicBezTo>
                    <a:pt x="259" y="332"/>
                    <a:pt x="249" y="312"/>
                    <a:pt x="233" y="297"/>
                  </a:cubicBezTo>
                  <a:cubicBezTo>
                    <a:pt x="228" y="277"/>
                    <a:pt x="223" y="257"/>
                    <a:pt x="223" y="241"/>
                  </a:cubicBezTo>
                  <a:cubicBezTo>
                    <a:pt x="223" y="201"/>
                    <a:pt x="228" y="191"/>
                    <a:pt x="249" y="181"/>
                  </a:cubicBezTo>
                  <a:cubicBezTo>
                    <a:pt x="253" y="179"/>
                    <a:pt x="258" y="179"/>
                    <a:pt x="264" y="179"/>
                  </a:cubicBezTo>
                  <a:cubicBezTo>
                    <a:pt x="281" y="179"/>
                    <a:pt x="302" y="185"/>
                    <a:pt x="330" y="201"/>
                  </a:cubicBezTo>
                  <a:cubicBezTo>
                    <a:pt x="350" y="221"/>
                    <a:pt x="375" y="231"/>
                    <a:pt x="390" y="246"/>
                  </a:cubicBezTo>
                  <a:cubicBezTo>
                    <a:pt x="405" y="272"/>
                    <a:pt x="421" y="282"/>
                    <a:pt x="431" y="297"/>
                  </a:cubicBezTo>
                  <a:cubicBezTo>
                    <a:pt x="451" y="317"/>
                    <a:pt x="466" y="327"/>
                    <a:pt x="471" y="343"/>
                  </a:cubicBezTo>
                  <a:cubicBezTo>
                    <a:pt x="476" y="353"/>
                    <a:pt x="491" y="358"/>
                    <a:pt x="496" y="368"/>
                  </a:cubicBezTo>
                  <a:cubicBezTo>
                    <a:pt x="507" y="373"/>
                    <a:pt x="517" y="373"/>
                    <a:pt x="522" y="373"/>
                  </a:cubicBezTo>
                  <a:cubicBezTo>
                    <a:pt x="527" y="373"/>
                    <a:pt x="532" y="368"/>
                    <a:pt x="542" y="358"/>
                  </a:cubicBezTo>
                  <a:lnTo>
                    <a:pt x="582" y="307"/>
                  </a:lnTo>
                  <a:cubicBezTo>
                    <a:pt x="572" y="292"/>
                    <a:pt x="552" y="257"/>
                    <a:pt x="532" y="241"/>
                  </a:cubicBezTo>
                  <a:cubicBezTo>
                    <a:pt x="517" y="216"/>
                    <a:pt x="491" y="191"/>
                    <a:pt x="471" y="171"/>
                  </a:cubicBezTo>
                  <a:cubicBezTo>
                    <a:pt x="451" y="150"/>
                    <a:pt x="426" y="125"/>
                    <a:pt x="400" y="105"/>
                  </a:cubicBezTo>
                  <a:cubicBezTo>
                    <a:pt x="375" y="95"/>
                    <a:pt x="350" y="69"/>
                    <a:pt x="324" y="54"/>
                  </a:cubicBezTo>
                  <a:cubicBezTo>
                    <a:pt x="274" y="24"/>
                    <a:pt x="238" y="14"/>
                    <a:pt x="198" y="4"/>
                  </a:cubicBezTo>
                  <a:cubicBezTo>
                    <a:pt x="187" y="2"/>
                    <a:pt x="176" y="1"/>
                    <a:pt x="165" y="1"/>
                  </a:cubicBezTo>
                  <a:close/>
                </a:path>
              </a:pathLst>
            </a:custGeom>
            <a:solidFill>
              <a:srgbClr val="242B31"/>
            </a:solidFill>
            <a:ln>
              <a:noFill/>
            </a:ln>
          </p:spPr>
          <p:style>
            <a:lnRef idx="0">
              <a:scrgbClr r="0" g="0" b="0"/>
            </a:lnRef>
            <a:fillRef idx="0">
              <a:scrgbClr r="0" g="0" b="0"/>
            </a:fillRef>
            <a:effectRef idx="0">
              <a:scrgbClr r="0" g="0" b="0"/>
            </a:effectRef>
            <a:fontRef idx="minor"/>
          </p:style>
        </p:sp>
        <p:sp>
          <p:nvSpPr>
            <p:cNvPr id="1474" name="CustomShape 152"/>
            <p:cNvSpPr/>
            <p:nvPr/>
          </p:nvSpPr>
          <p:spPr>
            <a:xfrm>
              <a:off x="7552440" y="2426040"/>
              <a:ext cx="45000" cy="60480"/>
            </a:xfrm>
            <a:custGeom>
              <a:avLst/>
              <a:gdLst/>
              <a:ahLst/>
              <a:cxnLst/>
              <a:rect l="l" t="t" r="r" b="b"/>
              <a:pathLst>
                <a:path w="644" h="1043">
                  <a:moveTo>
                    <a:pt x="208" y="274"/>
                  </a:moveTo>
                  <a:lnTo>
                    <a:pt x="315" y="340"/>
                  </a:lnTo>
                  <a:cubicBezTo>
                    <a:pt x="335" y="350"/>
                    <a:pt x="360" y="370"/>
                    <a:pt x="380" y="390"/>
                  </a:cubicBezTo>
                  <a:cubicBezTo>
                    <a:pt x="395" y="405"/>
                    <a:pt x="411" y="426"/>
                    <a:pt x="421" y="446"/>
                  </a:cubicBezTo>
                  <a:cubicBezTo>
                    <a:pt x="436" y="466"/>
                    <a:pt x="441" y="491"/>
                    <a:pt x="446" y="507"/>
                  </a:cubicBezTo>
                  <a:cubicBezTo>
                    <a:pt x="456" y="527"/>
                    <a:pt x="456" y="552"/>
                    <a:pt x="456" y="572"/>
                  </a:cubicBezTo>
                  <a:cubicBezTo>
                    <a:pt x="456" y="618"/>
                    <a:pt x="436" y="648"/>
                    <a:pt x="416" y="658"/>
                  </a:cubicBezTo>
                  <a:cubicBezTo>
                    <a:pt x="408" y="664"/>
                    <a:pt x="400" y="667"/>
                    <a:pt x="391" y="667"/>
                  </a:cubicBezTo>
                  <a:cubicBezTo>
                    <a:pt x="369" y="667"/>
                    <a:pt x="341" y="651"/>
                    <a:pt x="304" y="633"/>
                  </a:cubicBezTo>
                  <a:lnTo>
                    <a:pt x="208" y="572"/>
                  </a:lnTo>
                  <a:lnTo>
                    <a:pt x="208" y="274"/>
                  </a:lnTo>
                  <a:close/>
                  <a:moveTo>
                    <a:pt x="1" y="1"/>
                  </a:moveTo>
                  <a:lnTo>
                    <a:pt x="1" y="926"/>
                  </a:lnTo>
                  <a:lnTo>
                    <a:pt x="193" y="1043"/>
                  </a:lnTo>
                  <a:lnTo>
                    <a:pt x="193" y="734"/>
                  </a:lnTo>
                  <a:lnTo>
                    <a:pt x="304" y="800"/>
                  </a:lnTo>
                  <a:cubicBezTo>
                    <a:pt x="365" y="830"/>
                    <a:pt x="411" y="861"/>
                    <a:pt x="456" y="871"/>
                  </a:cubicBezTo>
                  <a:cubicBezTo>
                    <a:pt x="476" y="876"/>
                    <a:pt x="497" y="878"/>
                    <a:pt x="515" y="878"/>
                  </a:cubicBezTo>
                  <a:cubicBezTo>
                    <a:pt x="533" y="878"/>
                    <a:pt x="550" y="876"/>
                    <a:pt x="562" y="871"/>
                  </a:cubicBezTo>
                  <a:cubicBezTo>
                    <a:pt x="588" y="856"/>
                    <a:pt x="613" y="830"/>
                    <a:pt x="623" y="805"/>
                  </a:cubicBezTo>
                  <a:cubicBezTo>
                    <a:pt x="638" y="775"/>
                    <a:pt x="643" y="744"/>
                    <a:pt x="643" y="694"/>
                  </a:cubicBezTo>
                  <a:cubicBezTo>
                    <a:pt x="643" y="648"/>
                    <a:pt x="638" y="603"/>
                    <a:pt x="623" y="557"/>
                  </a:cubicBezTo>
                  <a:cubicBezTo>
                    <a:pt x="613" y="512"/>
                    <a:pt x="588" y="471"/>
                    <a:pt x="562" y="426"/>
                  </a:cubicBezTo>
                  <a:cubicBezTo>
                    <a:pt x="532" y="380"/>
                    <a:pt x="492" y="345"/>
                    <a:pt x="456" y="299"/>
                  </a:cubicBezTo>
                  <a:cubicBezTo>
                    <a:pt x="416" y="254"/>
                    <a:pt x="365" y="218"/>
                    <a:pt x="304" y="178"/>
                  </a:cubicBezTo>
                  <a:lnTo>
                    <a:pt x="1" y="1"/>
                  </a:lnTo>
                  <a:close/>
                </a:path>
              </a:pathLst>
            </a:custGeom>
            <a:solidFill>
              <a:srgbClr val="242B31"/>
            </a:solidFill>
            <a:ln>
              <a:noFill/>
            </a:ln>
          </p:spPr>
          <p:style>
            <a:lnRef idx="0">
              <a:scrgbClr r="0" g="0" b="0"/>
            </a:lnRef>
            <a:fillRef idx="0">
              <a:scrgbClr r="0" g="0" b="0"/>
            </a:fillRef>
            <a:effectRef idx="0">
              <a:scrgbClr r="0" g="0" b="0"/>
            </a:effectRef>
            <a:fontRef idx="minor"/>
          </p:style>
        </p:sp>
        <p:sp>
          <p:nvSpPr>
            <p:cNvPr id="1475" name="CustomShape 153"/>
            <p:cNvSpPr/>
            <p:nvPr/>
          </p:nvSpPr>
          <p:spPr>
            <a:xfrm>
              <a:off x="7604640" y="2452680"/>
              <a:ext cx="14040" cy="59760"/>
            </a:xfrm>
            <a:custGeom>
              <a:avLst/>
              <a:gdLst/>
              <a:ahLst/>
              <a:cxnLst/>
              <a:rect l="l" t="t" r="r" b="b"/>
              <a:pathLst>
                <a:path w="198" h="1043">
                  <a:moveTo>
                    <a:pt x="0" y="1"/>
                  </a:moveTo>
                  <a:lnTo>
                    <a:pt x="0" y="921"/>
                  </a:lnTo>
                  <a:lnTo>
                    <a:pt x="198" y="1043"/>
                  </a:lnTo>
                  <a:lnTo>
                    <a:pt x="198" y="122"/>
                  </a:lnTo>
                  <a:lnTo>
                    <a:pt x="0" y="1"/>
                  </a:lnTo>
                  <a:close/>
                </a:path>
              </a:pathLst>
            </a:custGeom>
            <a:solidFill>
              <a:srgbClr val="242B31"/>
            </a:solidFill>
            <a:ln>
              <a:noFill/>
            </a:ln>
          </p:spPr>
          <p:style>
            <a:lnRef idx="0">
              <a:scrgbClr r="0" g="0" b="0"/>
            </a:lnRef>
            <a:fillRef idx="0">
              <a:scrgbClr r="0" g="0" b="0"/>
            </a:fillRef>
            <a:effectRef idx="0">
              <a:scrgbClr r="0" g="0" b="0"/>
            </a:effectRef>
            <a:fontRef idx="minor"/>
          </p:style>
        </p:sp>
        <p:sp>
          <p:nvSpPr>
            <p:cNvPr id="1476" name="CustomShape 154"/>
            <p:cNvSpPr/>
            <p:nvPr/>
          </p:nvSpPr>
          <p:spPr>
            <a:xfrm>
              <a:off x="7626600" y="2462760"/>
              <a:ext cx="47520" cy="69120"/>
            </a:xfrm>
            <a:custGeom>
              <a:avLst/>
              <a:gdLst/>
              <a:ahLst/>
              <a:cxnLst/>
              <a:rect l="l" t="t" r="r" b="b"/>
              <a:pathLst>
                <a:path w="679" h="1195">
                  <a:moveTo>
                    <a:pt x="1" y="1"/>
                  </a:moveTo>
                  <a:lnTo>
                    <a:pt x="1" y="173"/>
                  </a:lnTo>
                  <a:lnTo>
                    <a:pt x="244" y="315"/>
                  </a:lnTo>
                  <a:lnTo>
                    <a:pt x="244" y="1073"/>
                  </a:lnTo>
                  <a:lnTo>
                    <a:pt x="436" y="1195"/>
                  </a:lnTo>
                  <a:lnTo>
                    <a:pt x="436" y="436"/>
                  </a:lnTo>
                  <a:lnTo>
                    <a:pt x="679" y="583"/>
                  </a:lnTo>
                  <a:lnTo>
                    <a:pt x="679" y="406"/>
                  </a:lnTo>
                  <a:lnTo>
                    <a:pt x="1" y="1"/>
                  </a:lnTo>
                  <a:close/>
                </a:path>
              </a:pathLst>
            </a:custGeom>
            <a:solidFill>
              <a:srgbClr val="242B31"/>
            </a:solidFill>
            <a:ln>
              <a:noFill/>
            </a:ln>
          </p:spPr>
          <p:style>
            <a:lnRef idx="0">
              <a:scrgbClr r="0" g="0" b="0"/>
            </a:lnRef>
            <a:fillRef idx="0">
              <a:scrgbClr r="0" g="0" b="0"/>
            </a:fillRef>
            <a:effectRef idx="0">
              <a:scrgbClr r="0" g="0" b="0"/>
            </a:effectRef>
            <a:fontRef idx="minor"/>
          </p:style>
        </p:sp>
        <p:sp>
          <p:nvSpPr>
            <p:cNvPr id="1477" name="CustomShape 155"/>
            <p:cNvSpPr/>
            <p:nvPr/>
          </p:nvSpPr>
          <p:spPr>
            <a:xfrm>
              <a:off x="7668720" y="2495160"/>
              <a:ext cx="59400" cy="71280"/>
            </a:xfrm>
            <a:custGeom>
              <a:avLst/>
              <a:gdLst/>
              <a:ahLst/>
              <a:cxnLst/>
              <a:rect l="l" t="t" r="r" b="b"/>
              <a:pathLst>
                <a:path w="851" h="1235">
                  <a:moveTo>
                    <a:pt x="431" y="243"/>
                  </a:moveTo>
                  <a:cubicBezTo>
                    <a:pt x="436" y="268"/>
                    <a:pt x="441" y="299"/>
                    <a:pt x="451" y="324"/>
                  </a:cubicBezTo>
                  <a:cubicBezTo>
                    <a:pt x="456" y="349"/>
                    <a:pt x="461" y="375"/>
                    <a:pt x="466" y="395"/>
                  </a:cubicBezTo>
                  <a:lnTo>
                    <a:pt x="542" y="698"/>
                  </a:lnTo>
                  <a:lnTo>
                    <a:pt x="314" y="557"/>
                  </a:lnTo>
                  <a:lnTo>
                    <a:pt x="390" y="354"/>
                  </a:lnTo>
                  <a:cubicBezTo>
                    <a:pt x="400" y="344"/>
                    <a:pt x="405" y="324"/>
                    <a:pt x="410" y="304"/>
                  </a:cubicBezTo>
                  <a:cubicBezTo>
                    <a:pt x="415" y="284"/>
                    <a:pt x="426" y="258"/>
                    <a:pt x="431" y="243"/>
                  </a:cubicBezTo>
                  <a:close/>
                  <a:moveTo>
                    <a:pt x="335" y="0"/>
                  </a:moveTo>
                  <a:lnTo>
                    <a:pt x="1" y="729"/>
                  </a:lnTo>
                  <a:lnTo>
                    <a:pt x="152" y="815"/>
                  </a:lnTo>
                  <a:cubicBezTo>
                    <a:pt x="168" y="825"/>
                    <a:pt x="183" y="825"/>
                    <a:pt x="193" y="825"/>
                  </a:cubicBezTo>
                  <a:lnTo>
                    <a:pt x="213" y="805"/>
                  </a:lnTo>
                  <a:lnTo>
                    <a:pt x="264" y="673"/>
                  </a:lnTo>
                  <a:lnTo>
                    <a:pt x="587" y="865"/>
                  </a:lnTo>
                  <a:lnTo>
                    <a:pt x="638" y="1057"/>
                  </a:lnTo>
                  <a:cubicBezTo>
                    <a:pt x="638" y="1083"/>
                    <a:pt x="643" y="1093"/>
                    <a:pt x="658" y="1108"/>
                  </a:cubicBezTo>
                  <a:cubicBezTo>
                    <a:pt x="673" y="1128"/>
                    <a:pt x="689" y="1138"/>
                    <a:pt x="699" y="1143"/>
                  </a:cubicBezTo>
                  <a:lnTo>
                    <a:pt x="850" y="1234"/>
                  </a:lnTo>
                  <a:lnTo>
                    <a:pt x="537" y="122"/>
                  </a:lnTo>
                  <a:lnTo>
                    <a:pt x="335" y="0"/>
                  </a:lnTo>
                  <a:close/>
                </a:path>
              </a:pathLst>
            </a:custGeom>
            <a:solidFill>
              <a:srgbClr val="242B31"/>
            </a:solidFill>
            <a:ln>
              <a:noFill/>
            </a:ln>
          </p:spPr>
          <p:style>
            <a:lnRef idx="0">
              <a:scrgbClr r="0" g="0" b="0"/>
            </a:lnRef>
            <a:fillRef idx="0">
              <a:scrgbClr r="0" g="0" b="0"/>
            </a:fillRef>
            <a:effectRef idx="0">
              <a:scrgbClr r="0" g="0" b="0"/>
            </a:effectRef>
            <a:fontRef idx="minor"/>
          </p:style>
        </p:sp>
        <p:sp>
          <p:nvSpPr>
            <p:cNvPr id="1478" name="CustomShape 156"/>
            <p:cNvSpPr/>
            <p:nvPr/>
          </p:nvSpPr>
          <p:spPr>
            <a:xfrm>
              <a:off x="7734240" y="2515320"/>
              <a:ext cx="35640" cy="71280"/>
            </a:xfrm>
            <a:custGeom>
              <a:avLst/>
              <a:gdLst/>
              <a:ahLst/>
              <a:cxnLst/>
              <a:rect l="l" t="t" r="r" b="b"/>
              <a:pathLst>
                <a:path w="517" h="1235">
                  <a:moveTo>
                    <a:pt x="0" y="0"/>
                  </a:moveTo>
                  <a:lnTo>
                    <a:pt x="0" y="921"/>
                  </a:lnTo>
                  <a:lnTo>
                    <a:pt x="516" y="1234"/>
                  </a:lnTo>
                  <a:lnTo>
                    <a:pt x="516" y="1062"/>
                  </a:lnTo>
                  <a:lnTo>
                    <a:pt x="198" y="880"/>
                  </a:lnTo>
                  <a:lnTo>
                    <a:pt x="198" y="122"/>
                  </a:lnTo>
                  <a:lnTo>
                    <a:pt x="0" y="0"/>
                  </a:lnTo>
                  <a:close/>
                </a:path>
              </a:pathLst>
            </a:custGeom>
            <a:solidFill>
              <a:srgbClr val="242B31"/>
            </a:solidFill>
            <a:ln>
              <a:noFill/>
            </a:ln>
          </p:spPr>
          <p:style>
            <a:lnRef idx="0">
              <a:scrgbClr r="0" g="0" b="0"/>
            </a:lnRef>
            <a:fillRef idx="0">
              <a:scrgbClr r="0" g="0" b="0"/>
            </a:fillRef>
            <a:effectRef idx="0">
              <a:scrgbClr r="0" g="0" b="0"/>
            </a:effectRef>
            <a:fontRef idx="minor"/>
          </p:style>
        </p:sp>
        <p:sp>
          <p:nvSpPr>
            <p:cNvPr id="1479" name="CustomShape 157"/>
            <p:cNvSpPr/>
            <p:nvPr/>
          </p:nvSpPr>
          <p:spPr>
            <a:xfrm>
              <a:off x="7472880" y="1800000"/>
              <a:ext cx="340920" cy="428400"/>
            </a:xfrm>
            <a:custGeom>
              <a:avLst/>
              <a:gdLst/>
              <a:ahLst/>
              <a:cxnLst/>
              <a:rect l="l" t="t" r="r" b="b"/>
              <a:pathLst>
                <a:path w="4831" h="7393">
                  <a:moveTo>
                    <a:pt x="1691" y="0"/>
                  </a:moveTo>
                  <a:cubicBezTo>
                    <a:pt x="1481" y="0"/>
                    <a:pt x="1291" y="51"/>
                    <a:pt x="1128" y="150"/>
                  </a:cubicBezTo>
                  <a:lnTo>
                    <a:pt x="0" y="808"/>
                  </a:lnTo>
                  <a:cubicBezTo>
                    <a:pt x="166" y="712"/>
                    <a:pt x="359" y="662"/>
                    <a:pt x="571" y="662"/>
                  </a:cubicBezTo>
                  <a:cubicBezTo>
                    <a:pt x="864" y="662"/>
                    <a:pt x="1194" y="757"/>
                    <a:pt x="1543" y="959"/>
                  </a:cubicBezTo>
                  <a:cubicBezTo>
                    <a:pt x="2741" y="1647"/>
                    <a:pt x="3712" y="3321"/>
                    <a:pt x="3697" y="4702"/>
                  </a:cubicBezTo>
                  <a:cubicBezTo>
                    <a:pt x="3697" y="5087"/>
                    <a:pt x="3621" y="5410"/>
                    <a:pt x="3485" y="5653"/>
                  </a:cubicBezTo>
                  <a:lnTo>
                    <a:pt x="3207" y="5997"/>
                  </a:lnTo>
                  <a:lnTo>
                    <a:pt x="1528" y="7393"/>
                  </a:lnTo>
                  <a:lnTo>
                    <a:pt x="2655" y="6735"/>
                  </a:lnTo>
                  <a:lnTo>
                    <a:pt x="4324" y="5339"/>
                  </a:lnTo>
                  <a:lnTo>
                    <a:pt x="4345" y="5324"/>
                  </a:lnTo>
                  <a:cubicBezTo>
                    <a:pt x="4638" y="5066"/>
                    <a:pt x="4825" y="4631"/>
                    <a:pt x="4825" y="4045"/>
                  </a:cubicBezTo>
                  <a:cubicBezTo>
                    <a:pt x="4830" y="2669"/>
                    <a:pt x="3864" y="995"/>
                    <a:pt x="2671" y="302"/>
                  </a:cubicBezTo>
                  <a:cubicBezTo>
                    <a:pt x="2317" y="99"/>
                    <a:pt x="1984" y="0"/>
                    <a:pt x="1691" y="0"/>
                  </a:cubicBezTo>
                  <a:close/>
                </a:path>
              </a:pathLst>
            </a:custGeom>
            <a:solidFill>
              <a:srgbClr val="C16666"/>
            </a:solidFill>
            <a:ln>
              <a:noFill/>
            </a:ln>
          </p:spPr>
          <p:style>
            <a:lnRef idx="0">
              <a:scrgbClr r="0" g="0" b="0"/>
            </a:lnRef>
            <a:fillRef idx="0">
              <a:scrgbClr r="0" g="0" b="0"/>
            </a:fillRef>
            <a:effectRef idx="0">
              <a:scrgbClr r="0" g="0" b="0"/>
            </a:effectRef>
            <a:fontRef idx="minor"/>
          </p:style>
        </p:sp>
        <p:sp>
          <p:nvSpPr>
            <p:cNvPr id="1480" name="CustomShape 158"/>
            <p:cNvSpPr/>
            <p:nvPr/>
          </p:nvSpPr>
          <p:spPr>
            <a:xfrm>
              <a:off x="7429320" y="1837800"/>
              <a:ext cx="305280" cy="390240"/>
            </a:xfrm>
            <a:custGeom>
              <a:avLst/>
              <a:gdLst/>
              <a:ahLst/>
              <a:cxnLst/>
              <a:rect l="l" t="t" r="r" b="b"/>
              <a:pathLst>
                <a:path w="4336" h="6734">
                  <a:moveTo>
                    <a:pt x="1923" y="1610"/>
                  </a:moveTo>
                  <a:cubicBezTo>
                    <a:pt x="1963" y="1626"/>
                    <a:pt x="1999" y="1651"/>
                    <a:pt x="2044" y="1671"/>
                  </a:cubicBezTo>
                  <a:cubicBezTo>
                    <a:pt x="2525" y="1944"/>
                    <a:pt x="2924" y="2632"/>
                    <a:pt x="2924" y="3178"/>
                  </a:cubicBezTo>
                  <a:lnTo>
                    <a:pt x="2924" y="3234"/>
                  </a:lnTo>
                  <a:cubicBezTo>
                    <a:pt x="2879" y="3224"/>
                    <a:pt x="2848" y="3198"/>
                    <a:pt x="2803" y="3178"/>
                  </a:cubicBezTo>
                  <a:cubicBezTo>
                    <a:pt x="2312" y="2900"/>
                    <a:pt x="1918" y="2232"/>
                    <a:pt x="1923" y="1671"/>
                  </a:cubicBezTo>
                  <a:lnTo>
                    <a:pt x="1923" y="1610"/>
                  </a:lnTo>
                  <a:close/>
                  <a:moveTo>
                    <a:pt x="1206" y="0"/>
                  </a:moveTo>
                  <a:cubicBezTo>
                    <a:pt x="498" y="0"/>
                    <a:pt x="8" y="563"/>
                    <a:pt x="1" y="1534"/>
                  </a:cubicBezTo>
                  <a:cubicBezTo>
                    <a:pt x="1" y="2111"/>
                    <a:pt x="173" y="2743"/>
                    <a:pt x="456" y="3330"/>
                  </a:cubicBezTo>
                  <a:cubicBezTo>
                    <a:pt x="476" y="3375"/>
                    <a:pt x="502" y="3416"/>
                    <a:pt x="517" y="3451"/>
                  </a:cubicBezTo>
                  <a:lnTo>
                    <a:pt x="2150" y="6734"/>
                  </a:lnTo>
                  <a:lnTo>
                    <a:pt x="3830" y="5333"/>
                  </a:lnTo>
                  <a:lnTo>
                    <a:pt x="3845" y="5323"/>
                  </a:lnTo>
                  <a:cubicBezTo>
                    <a:pt x="4148" y="5070"/>
                    <a:pt x="4320" y="4625"/>
                    <a:pt x="4325" y="4038"/>
                  </a:cubicBezTo>
                  <a:cubicBezTo>
                    <a:pt x="4335" y="2667"/>
                    <a:pt x="3364" y="993"/>
                    <a:pt x="2171" y="295"/>
                  </a:cubicBezTo>
                  <a:cubicBezTo>
                    <a:pt x="1825" y="95"/>
                    <a:pt x="1497" y="0"/>
                    <a:pt x="1206" y="0"/>
                  </a:cubicBezTo>
                  <a:close/>
                </a:path>
              </a:pathLst>
            </a:custGeom>
            <a:solidFill>
              <a:srgbClr val="C50000"/>
            </a:solidFill>
            <a:ln>
              <a:noFill/>
            </a:ln>
          </p:spPr>
          <p:style>
            <a:lnRef idx="0">
              <a:scrgbClr r="0" g="0" b="0"/>
            </a:lnRef>
            <a:fillRef idx="0">
              <a:scrgbClr r="0" g="0" b="0"/>
            </a:fillRef>
            <a:effectRef idx="0">
              <a:scrgbClr r="0" g="0" b="0"/>
            </a:effectRef>
            <a:fontRef idx="minor"/>
          </p:style>
        </p:sp>
        <p:sp>
          <p:nvSpPr>
            <p:cNvPr id="1481" name="CustomShape 159"/>
            <p:cNvSpPr/>
            <p:nvPr/>
          </p:nvSpPr>
          <p:spPr>
            <a:xfrm>
              <a:off x="7512120" y="1927440"/>
              <a:ext cx="123480" cy="130320"/>
            </a:xfrm>
            <a:custGeom>
              <a:avLst/>
              <a:gdLst/>
              <a:ahLst/>
              <a:cxnLst/>
              <a:rect l="l" t="t" r="r" b="b"/>
              <a:pathLst>
                <a:path w="1761" h="2253">
                  <a:moveTo>
                    <a:pt x="485" y="0"/>
                  </a:moveTo>
                  <a:cubicBezTo>
                    <a:pt x="201" y="0"/>
                    <a:pt x="0" y="226"/>
                    <a:pt x="0" y="619"/>
                  </a:cubicBezTo>
                  <a:cubicBezTo>
                    <a:pt x="0" y="1170"/>
                    <a:pt x="400" y="1853"/>
                    <a:pt x="880" y="2131"/>
                  </a:cubicBezTo>
                  <a:cubicBezTo>
                    <a:pt x="1023" y="2214"/>
                    <a:pt x="1157" y="2253"/>
                    <a:pt x="1276" y="2253"/>
                  </a:cubicBezTo>
                  <a:cubicBezTo>
                    <a:pt x="1550" y="2253"/>
                    <a:pt x="1743" y="2046"/>
                    <a:pt x="1760" y="1686"/>
                  </a:cubicBezTo>
                  <a:cubicBezTo>
                    <a:pt x="1715" y="1676"/>
                    <a:pt x="1684" y="1650"/>
                    <a:pt x="1639" y="1630"/>
                  </a:cubicBezTo>
                  <a:cubicBezTo>
                    <a:pt x="1153" y="1352"/>
                    <a:pt x="759" y="684"/>
                    <a:pt x="759" y="123"/>
                  </a:cubicBezTo>
                  <a:lnTo>
                    <a:pt x="759" y="62"/>
                  </a:lnTo>
                  <a:cubicBezTo>
                    <a:pt x="662" y="20"/>
                    <a:pt x="570" y="0"/>
                    <a:pt x="485" y="0"/>
                  </a:cubicBezTo>
                  <a:close/>
                </a:path>
              </a:pathLst>
            </a:custGeom>
            <a:solidFill>
              <a:srgbClr val="C16666"/>
            </a:solidFill>
            <a:ln>
              <a:noFill/>
            </a:ln>
          </p:spPr>
          <p:style>
            <a:lnRef idx="0">
              <a:scrgbClr r="0" g="0" b="0"/>
            </a:lnRef>
            <a:fillRef idx="0">
              <a:scrgbClr r="0" g="0" b="0"/>
            </a:fillRef>
            <a:effectRef idx="0">
              <a:scrgbClr r="0" g="0" b="0"/>
            </a:effectRef>
            <a:fontRef idx="minor"/>
          </p:style>
        </p:sp>
        <p:sp>
          <p:nvSpPr>
            <p:cNvPr id="1482" name="CustomShape 160"/>
            <p:cNvSpPr/>
            <p:nvPr/>
          </p:nvSpPr>
          <p:spPr>
            <a:xfrm>
              <a:off x="6181560" y="3876840"/>
              <a:ext cx="862200" cy="398160"/>
            </a:xfrm>
            <a:custGeom>
              <a:avLst/>
              <a:gdLst/>
              <a:ahLst/>
              <a:cxnLst/>
              <a:rect l="l" t="t" r="r" b="b"/>
              <a:pathLst>
                <a:path w="12230" h="6874">
                  <a:moveTo>
                    <a:pt x="1958" y="0"/>
                  </a:moveTo>
                  <a:cubicBezTo>
                    <a:pt x="1501" y="0"/>
                    <a:pt x="1045" y="101"/>
                    <a:pt x="698" y="304"/>
                  </a:cubicBezTo>
                  <a:cubicBezTo>
                    <a:pt x="0" y="718"/>
                    <a:pt x="0" y="1366"/>
                    <a:pt x="703" y="1770"/>
                  </a:cubicBezTo>
                  <a:lnTo>
                    <a:pt x="9008" y="6570"/>
                  </a:lnTo>
                  <a:cubicBezTo>
                    <a:pt x="9360" y="6772"/>
                    <a:pt x="9817" y="6873"/>
                    <a:pt x="10274" y="6873"/>
                  </a:cubicBezTo>
                  <a:cubicBezTo>
                    <a:pt x="10730" y="6873"/>
                    <a:pt x="11185" y="6772"/>
                    <a:pt x="11532" y="6570"/>
                  </a:cubicBezTo>
                  <a:cubicBezTo>
                    <a:pt x="12230" y="6160"/>
                    <a:pt x="12230" y="5508"/>
                    <a:pt x="11527" y="5103"/>
                  </a:cubicBezTo>
                  <a:lnTo>
                    <a:pt x="3217" y="304"/>
                  </a:lnTo>
                  <a:cubicBezTo>
                    <a:pt x="2871" y="101"/>
                    <a:pt x="2414" y="0"/>
                    <a:pt x="1958" y="0"/>
                  </a:cubicBezTo>
                  <a:close/>
                </a:path>
              </a:pathLst>
            </a:custGeom>
            <a:solidFill>
              <a:srgbClr val="527476"/>
            </a:solidFill>
            <a:ln>
              <a:noFill/>
            </a:ln>
          </p:spPr>
          <p:style>
            <a:lnRef idx="0">
              <a:scrgbClr r="0" g="0" b="0"/>
            </a:lnRef>
            <a:fillRef idx="0">
              <a:scrgbClr r="0" g="0" b="0"/>
            </a:fillRef>
            <a:effectRef idx="0">
              <a:scrgbClr r="0" g="0" b="0"/>
            </a:effectRef>
            <a:fontRef idx="minor"/>
          </p:style>
        </p:sp>
        <p:sp>
          <p:nvSpPr>
            <p:cNvPr id="1483" name="CustomShape 161"/>
            <p:cNvSpPr/>
            <p:nvPr/>
          </p:nvSpPr>
          <p:spPr>
            <a:xfrm>
              <a:off x="6367320" y="3957120"/>
              <a:ext cx="127800" cy="59040"/>
            </a:xfrm>
            <a:custGeom>
              <a:avLst/>
              <a:gdLst/>
              <a:ahLst/>
              <a:cxnLst/>
              <a:rect l="l" t="t" r="r" b="b"/>
              <a:pathLst>
                <a:path w="1807" h="1028">
                  <a:moveTo>
                    <a:pt x="1030" y="1"/>
                  </a:moveTo>
                  <a:cubicBezTo>
                    <a:pt x="986" y="1"/>
                    <a:pt x="941" y="4"/>
                    <a:pt x="896" y="14"/>
                  </a:cubicBezTo>
                  <a:cubicBezTo>
                    <a:pt x="830" y="24"/>
                    <a:pt x="764" y="49"/>
                    <a:pt x="714" y="75"/>
                  </a:cubicBezTo>
                  <a:cubicBezTo>
                    <a:pt x="663" y="100"/>
                    <a:pt x="618" y="141"/>
                    <a:pt x="602" y="166"/>
                  </a:cubicBezTo>
                  <a:cubicBezTo>
                    <a:pt x="577" y="201"/>
                    <a:pt x="562" y="226"/>
                    <a:pt x="562" y="267"/>
                  </a:cubicBezTo>
                  <a:cubicBezTo>
                    <a:pt x="562" y="302"/>
                    <a:pt x="577" y="333"/>
                    <a:pt x="602" y="373"/>
                  </a:cubicBezTo>
                  <a:cubicBezTo>
                    <a:pt x="633" y="409"/>
                    <a:pt x="663" y="449"/>
                    <a:pt x="709" y="495"/>
                  </a:cubicBezTo>
                  <a:cubicBezTo>
                    <a:pt x="759" y="535"/>
                    <a:pt x="795" y="575"/>
                    <a:pt x="840" y="611"/>
                  </a:cubicBezTo>
                  <a:cubicBezTo>
                    <a:pt x="881" y="646"/>
                    <a:pt x="911" y="677"/>
                    <a:pt x="931" y="702"/>
                  </a:cubicBezTo>
                  <a:cubicBezTo>
                    <a:pt x="956" y="727"/>
                    <a:pt x="967" y="752"/>
                    <a:pt x="967" y="773"/>
                  </a:cubicBezTo>
                  <a:cubicBezTo>
                    <a:pt x="967" y="783"/>
                    <a:pt x="956" y="808"/>
                    <a:pt x="931" y="823"/>
                  </a:cubicBezTo>
                  <a:cubicBezTo>
                    <a:pt x="906" y="833"/>
                    <a:pt x="881" y="849"/>
                    <a:pt x="840" y="849"/>
                  </a:cubicBezTo>
                  <a:cubicBezTo>
                    <a:pt x="826" y="849"/>
                    <a:pt x="812" y="849"/>
                    <a:pt x="798" y="849"/>
                  </a:cubicBezTo>
                  <a:cubicBezTo>
                    <a:pt x="776" y="849"/>
                    <a:pt x="755" y="848"/>
                    <a:pt x="734" y="838"/>
                  </a:cubicBezTo>
                  <a:lnTo>
                    <a:pt x="618" y="803"/>
                  </a:lnTo>
                  <a:cubicBezTo>
                    <a:pt x="577" y="783"/>
                    <a:pt x="542" y="763"/>
                    <a:pt x="506" y="747"/>
                  </a:cubicBezTo>
                  <a:cubicBezTo>
                    <a:pt x="461" y="722"/>
                    <a:pt x="425" y="697"/>
                    <a:pt x="405" y="677"/>
                  </a:cubicBezTo>
                  <a:cubicBezTo>
                    <a:pt x="375" y="651"/>
                    <a:pt x="360" y="631"/>
                    <a:pt x="355" y="611"/>
                  </a:cubicBezTo>
                  <a:cubicBezTo>
                    <a:pt x="350" y="601"/>
                    <a:pt x="339" y="575"/>
                    <a:pt x="350" y="560"/>
                  </a:cubicBezTo>
                  <a:cubicBezTo>
                    <a:pt x="350" y="545"/>
                    <a:pt x="355" y="535"/>
                    <a:pt x="360" y="520"/>
                  </a:cubicBezTo>
                  <a:cubicBezTo>
                    <a:pt x="365" y="500"/>
                    <a:pt x="365" y="484"/>
                    <a:pt x="365" y="479"/>
                  </a:cubicBezTo>
                  <a:cubicBezTo>
                    <a:pt x="355" y="459"/>
                    <a:pt x="350" y="454"/>
                    <a:pt x="329" y="444"/>
                  </a:cubicBezTo>
                  <a:lnTo>
                    <a:pt x="203" y="373"/>
                  </a:lnTo>
                  <a:cubicBezTo>
                    <a:pt x="188" y="363"/>
                    <a:pt x="172" y="358"/>
                    <a:pt x="152" y="358"/>
                  </a:cubicBezTo>
                  <a:cubicBezTo>
                    <a:pt x="127" y="358"/>
                    <a:pt x="112" y="363"/>
                    <a:pt x="102" y="373"/>
                  </a:cubicBezTo>
                  <a:cubicBezTo>
                    <a:pt x="56" y="409"/>
                    <a:pt x="26" y="439"/>
                    <a:pt x="11" y="484"/>
                  </a:cubicBezTo>
                  <a:cubicBezTo>
                    <a:pt x="1" y="530"/>
                    <a:pt x="6" y="565"/>
                    <a:pt x="16" y="611"/>
                  </a:cubicBezTo>
                  <a:cubicBezTo>
                    <a:pt x="31" y="656"/>
                    <a:pt x="61" y="702"/>
                    <a:pt x="107" y="742"/>
                  </a:cubicBezTo>
                  <a:cubicBezTo>
                    <a:pt x="157" y="788"/>
                    <a:pt x="213" y="828"/>
                    <a:pt x="279" y="864"/>
                  </a:cubicBezTo>
                  <a:cubicBezTo>
                    <a:pt x="360" y="909"/>
                    <a:pt x="435" y="950"/>
                    <a:pt x="516" y="970"/>
                  </a:cubicBezTo>
                  <a:cubicBezTo>
                    <a:pt x="607" y="1005"/>
                    <a:pt x="683" y="1015"/>
                    <a:pt x="759" y="1021"/>
                  </a:cubicBezTo>
                  <a:cubicBezTo>
                    <a:pt x="793" y="1025"/>
                    <a:pt x="826" y="1028"/>
                    <a:pt x="858" y="1028"/>
                  </a:cubicBezTo>
                  <a:cubicBezTo>
                    <a:pt x="898" y="1028"/>
                    <a:pt x="935" y="1024"/>
                    <a:pt x="972" y="1015"/>
                  </a:cubicBezTo>
                  <a:cubicBezTo>
                    <a:pt x="1042" y="1005"/>
                    <a:pt x="1098" y="980"/>
                    <a:pt x="1159" y="955"/>
                  </a:cubicBezTo>
                  <a:cubicBezTo>
                    <a:pt x="1204" y="930"/>
                    <a:pt x="1245" y="889"/>
                    <a:pt x="1265" y="864"/>
                  </a:cubicBezTo>
                  <a:cubicBezTo>
                    <a:pt x="1285" y="833"/>
                    <a:pt x="1295" y="803"/>
                    <a:pt x="1290" y="763"/>
                  </a:cubicBezTo>
                  <a:cubicBezTo>
                    <a:pt x="1290" y="727"/>
                    <a:pt x="1265" y="697"/>
                    <a:pt x="1240" y="651"/>
                  </a:cubicBezTo>
                  <a:cubicBezTo>
                    <a:pt x="1214" y="611"/>
                    <a:pt x="1169" y="560"/>
                    <a:pt x="1113" y="510"/>
                  </a:cubicBezTo>
                  <a:cubicBezTo>
                    <a:pt x="1063" y="464"/>
                    <a:pt x="1022" y="424"/>
                    <a:pt x="987" y="398"/>
                  </a:cubicBezTo>
                  <a:cubicBezTo>
                    <a:pt x="951" y="373"/>
                    <a:pt x="926" y="338"/>
                    <a:pt x="916" y="323"/>
                  </a:cubicBezTo>
                  <a:cubicBezTo>
                    <a:pt x="906" y="302"/>
                    <a:pt x="896" y="277"/>
                    <a:pt x="906" y="262"/>
                  </a:cubicBezTo>
                  <a:cubicBezTo>
                    <a:pt x="911" y="252"/>
                    <a:pt x="931" y="226"/>
                    <a:pt x="956" y="211"/>
                  </a:cubicBezTo>
                  <a:cubicBezTo>
                    <a:pt x="972" y="206"/>
                    <a:pt x="1007" y="196"/>
                    <a:pt x="1032" y="196"/>
                  </a:cubicBezTo>
                  <a:cubicBezTo>
                    <a:pt x="1045" y="194"/>
                    <a:pt x="1058" y="192"/>
                    <a:pt x="1072" y="192"/>
                  </a:cubicBezTo>
                  <a:cubicBezTo>
                    <a:pt x="1085" y="192"/>
                    <a:pt x="1101" y="194"/>
                    <a:pt x="1118" y="196"/>
                  </a:cubicBezTo>
                  <a:cubicBezTo>
                    <a:pt x="1149" y="201"/>
                    <a:pt x="1184" y="206"/>
                    <a:pt x="1219" y="221"/>
                  </a:cubicBezTo>
                  <a:cubicBezTo>
                    <a:pt x="1260" y="226"/>
                    <a:pt x="1295" y="247"/>
                    <a:pt x="1321" y="267"/>
                  </a:cubicBezTo>
                  <a:cubicBezTo>
                    <a:pt x="1391" y="307"/>
                    <a:pt x="1437" y="338"/>
                    <a:pt x="1447" y="378"/>
                  </a:cubicBezTo>
                  <a:cubicBezTo>
                    <a:pt x="1457" y="409"/>
                    <a:pt x="1467" y="444"/>
                    <a:pt x="1452" y="464"/>
                  </a:cubicBezTo>
                  <a:lnTo>
                    <a:pt x="1452" y="505"/>
                  </a:lnTo>
                  <a:cubicBezTo>
                    <a:pt x="1467" y="525"/>
                    <a:pt x="1472" y="530"/>
                    <a:pt x="1493" y="545"/>
                  </a:cubicBezTo>
                  <a:lnTo>
                    <a:pt x="1619" y="611"/>
                  </a:lnTo>
                  <a:cubicBezTo>
                    <a:pt x="1629" y="621"/>
                    <a:pt x="1644" y="626"/>
                    <a:pt x="1670" y="626"/>
                  </a:cubicBezTo>
                  <a:cubicBezTo>
                    <a:pt x="1695" y="626"/>
                    <a:pt x="1705" y="621"/>
                    <a:pt x="1720" y="611"/>
                  </a:cubicBezTo>
                  <a:cubicBezTo>
                    <a:pt x="1745" y="596"/>
                    <a:pt x="1771" y="570"/>
                    <a:pt x="1791" y="530"/>
                  </a:cubicBezTo>
                  <a:cubicBezTo>
                    <a:pt x="1806" y="495"/>
                    <a:pt x="1806" y="459"/>
                    <a:pt x="1801" y="419"/>
                  </a:cubicBezTo>
                  <a:cubicBezTo>
                    <a:pt x="1796" y="373"/>
                    <a:pt x="1776" y="333"/>
                    <a:pt x="1730" y="282"/>
                  </a:cubicBezTo>
                  <a:cubicBezTo>
                    <a:pt x="1695" y="232"/>
                    <a:pt x="1629" y="196"/>
                    <a:pt x="1553" y="146"/>
                  </a:cubicBezTo>
                  <a:cubicBezTo>
                    <a:pt x="1493" y="100"/>
                    <a:pt x="1422" y="70"/>
                    <a:pt x="1326" y="49"/>
                  </a:cubicBezTo>
                  <a:cubicBezTo>
                    <a:pt x="1250" y="24"/>
                    <a:pt x="1174" y="14"/>
                    <a:pt x="1108" y="4"/>
                  </a:cubicBezTo>
                  <a:cubicBezTo>
                    <a:pt x="1082" y="2"/>
                    <a:pt x="1056" y="1"/>
                    <a:pt x="1030" y="1"/>
                  </a:cubicBezTo>
                  <a:close/>
                </a:path>
              </a:pathLst>
            </a:custGeom>
            <a:solidFill>
              <a:srgbClr val="FFFFFF"/>
            </a:solidFill>
            <a:ln>
              <a:noFill/>
            </a:ln>
          </p:spPr>
          <p:style>
            <a:lnRef idx="0">
              <a:scrgbClr r="0" g="0" b="0"/>
            </a:lnRef>
            <a:fillRef idx="0">
              <a:scrgbClr r="0" g="0" b="0"/>
            </a:fillRef>
            <a:effectRef idx="0">
              <a:scrgbClr r="0" g="0" b="0"/>
            </a:effectRef>
            <a:fontRef idx="minor"/>
          </p:style>
        </p:sp>
        <p:sp>
          <p:nvSpPr>
            <p:cNvPr id="1484" name="CustomShape 162"/>
            <p:cNvSpPr/>
            <p:nvPr/>
          </p:nvSpPr>
          <p:spPr>
            <a:xfrm>
              <a:off x="6452280" y="4006440"/>
              <a:ext cx="92520" cy="44640"/>
            </a:xfrm>
            <a:custGeom>
              <a:avLst/>
              <a:gdLst/>
              <a:ahLst/>
              <a:cxnLst/>
              <a:rect l="l" t="t" r="r" b="b"/>
              <a:pathLst>
                <a:path w="1321" h="774">
                  <a:moveTo>
                    <a:pt x="723" y="162"/>
                  </a:moveTo>
                  <a:cubicBezTo>
                    <a:pt x="754" y="162"/>
                    <a:pt x="784" y="173"/>
                    <a:pt x="825" y="178"/>
                  </a:cubicBezTo>
                  <a:cubicBezTo>
                    <a:pt x="860" y="183"/>
                    <a:pt x="890" y="203"/>
                    <a:pt x="931" y="223"/>
                  </a:cubicBezTo>
                  <a:cubicBezTo>
                    <a:pt x="961" y="238"/>
                    <a:pt x="991" y="264"/>
                    <a:pt x="1007" y="284"/>
                  </a:cubicBezTo>
                  <a:cubicBezTo>
                    <a:pt x="1017" y="304"/>
                    <a:pt x="1027" y="314"/>
                    <a:pt x="1027" y="340"/>
                  </a:cubicBezTo>
                  <a:cubicBezTo>
                    <a:pt x="1027" y="365"/>
                    <a:pt x="1017" y="380"/>
                    <a:pt x="1007" y="390"/>
                  </a:cubicBezTo>
                  <a:lnTo>
                    <a:pt x="961" y="436"/>
                  </a:lnTo>
                  <a:lnTo>
                    <a:pt x="562" y="203"/>
                  </a:lnTo>
                  <a:cubicBezTo>
                    <a:pt x="582" y="188"/>
                    <a:pt x="607" y="183"/>
                    <a:pt x="632" y="173"/>
                  </a:cubicBezTo>
                  <a:cubicBezTo>
                    <a:pt x="658" y="162"/>
                    <a:pt x="683" y="162"/>
                    <a:pt x="723" y="162"/>
                  </a:cubicBezTo>
                  <a:close/>
                  <a:moveTo>
                    <a:pt x="678" y="1"/>
                  </a:moveTo>
                  <a:cubicBezTo>
                    <a:pt x="587" y="1"/>
                    <a:pt x="511" y="16"/>
                    <a:pt x="435" y="36"/>
                  </a:cubicBezTo>
                  <a:cubicBezTo>
                    <a:pt x="359" y="56"/>
                    <a:pt x="283" y="87"/>
                    <a:pt x="223" y="127"/>
                  </a:cubicBezTo>
                  <a:cubicBezTo>
                    <a:pt x="152" y="162"/>
                    <a:pt x="101" y="208"/>
                    <a:pt x="61" y="254"/>
                  </a:cubicBezTo>
                  <a:cubicBezTo>
                    <a:pt x="25" y="304"/>
                    <a:pt x="5" y="340"/>
                    <a:pt x="0" y="390"/>
                  </a:cubicBezTo>
                  <a:cubicBezTo>
                    <a:pt x="0" y="436"/>
                    <a:pt x="20" y="481"/>
                    <a:pt x="46" y="522"/>
                  </a:cubicBezTo>
                  <a:cubicBezTo>
                    <a:pt x="76" y="572"/>
                    <a:pt x="127" y="613"/>
                    <a:pt x="187" y="648"/>
                  </a:cubicBezTo>
                  <a:cubicBezTo>
                    <a:pt x="258" y="683"/>
                    <a:pt x="324" y="714"/>
                    <a:pt x="390" y="734"/>
                  </a:cubicBezTo>
                  <a:cubicBezTo>
                    <a:pt x="460" y="759"/>
                    <a:pt x="526" y="764"/>
                    <a:pt x="582" y="769"/>
                  </a:cubicBezTo>
                  <a:cubicBezTo>
                    <a:pt x="612" y="772"/>
                    <a:pt x="640" y="773"/>
                    <a:pt x="665" y="773"/>
                  </a:cubicBezTo>
                  <a:cubicBezTo>
                    <a:pt x="691" y="773"/>
                    <a:pt x="713" y="772"/>
                    <a:pt x="734" y="769"/>
                  </a:cubicBezTo>
                  <a:cubicBezTo>
                    <a:pt x="769" y="764"/>
                    <a:pt x="804" y="759"/>
                    <a:pt x="819" y="749"/>
                  </a:cubicBezTo>
                  <a:cubicBezTo>
                    <a:pt x="835" y="744"/>
                    <a:pt x="840" y="739"/>
                    <a:pt x="840" y="724"/>
                  </a:cubicBezTo>
                  <a:cubicBezTo>
                    <a:pt x="840" y="714"/>
                    <a:pt x="835" y="709"/>
                    <a:pt x="819" y="699"/>
                  </a:cubicBezTo>
                  <a:lnTo>
                    <a:pt x="683" y="618"/>
                  </a:lnTo>
                  <a:cubicBezTo>
                    <a:pt x="658" y="613"/>
                    <a:pt x="653" y="608"/>
                    <a:pt x="637" y="608"/>
                  </a:cubicBezTo>
                  <a:cubicBezTo>
                    <a:pt x="632" y="608"/>
                    <a:pt x="607" y="597"/>
                    <a:pt x="587" y="597"/>
                  </a:cubicBezTo>
                  <a:cubicBezTo>
                    <a:pt x="567" y="597"/>
                    <a:pt x="531" y="592"/>
                    <a:pt x="506" y="587"/>
                  </a:cubicBezTo>
                  <a:cubicBezTo>
                    <a:pt x="465" y="572"/>
                    <a:pt x="435" y="557"/>
                    <a:pt x="400" y="537"/>
                  </a:cubicBezTo>
                  <a:cubicBezTo>
                    <a:pt x="379" y="522"/>
                    <a:pt x="349" y="506"/>
                    <a:pt x="334" y="486"/>
                  </a:cubicBezTo>
                  <a:cubicBezTo>
                    <a:pt x="309" y="466"/>
                    <a:pt x="304" y="446"/>
                    <a:pt x="299" y="431"/>
                  </a:cubicBezTo>
                  <a:cubicBezTo>
                    <a:pt x="293" y="410"/>
                    <a:pt x="299" y="390"/>
                    <a:pt x="304" y="370"/>
                  </a:cubicBezTo>
                  <a:cubicBezTo>
                    <a:pt x="319" y="360"/>
                    <a:pt x="334" y="334"/>
                    <a:pt x="359" y="324"/>
                  </a:cubicBezTo>
                  <a:lnTo>
                    <a:pt x="951" y="663"/>
                  </a:lnTo>
                  <a:cubicBezTo>
                    <a:pt x="961" y="668"/>
                    <a:pt x="976" y="678"/>
                    <a:pt x="1002" y="678"/>
                  </a:cubicBezTo>
                  <a:cubicBezTo>
                    <a:pt x="1027" y="678"/>
                    <a:pt x="1037" y="668"/>
                    <a:pt x="1052" y="663"/>
                  </a:cubicBezTo>
                  <a:lnTo>
                    <a:pt x="1128" y="613"/>
                  </a:lnTo>
                  <a:cubicBezTo>
                    <a:pt x="1189" y="577"/>
                    <a:pt x="1229" y="537"/>
                    <a:pt x="1265" y="491"/>
                  </a:cubicBezTo>
                  <a:cubicBezTo>
                    <a:pt x="1295" y="451"/>
                    <a:pt x="1320" y="405"/>
                    <a:pt x="1315" y="360"/>
                  </a:cubicBezTo>
                  <a:cubicBezTo>
                    <a:pt x="1315" y="314"/>
                    <a:pt x="1295" y="269"/>
                    <a:pt x="1270" y="228"/>
                  </a:cubicBezTo>
                  <a:cubicBezTo>
                    <a:pt x="1244" y="178"/>
                    <a:pt x="1194" y="137"/>
                    <a:pt x="1133" y="102"/>
                  </a:cubicBezTo>
                  <a:cubicBezTo>
                    <a:pt x="1062" y="61"/>
                    <a:pt x="991" y="31"/>
                    <a:pt x="916" y="16"/>
                  </a:cubicBezTo>
                  <a:cubicBezTo>
                    <a:pt x="835" y="6"/>
                    <a:pt x="754" y="1"/>
                    <a:pt x="678" y="1"/>
                  </a:cubicBezTo>
                  <a:close/>
                </a:path>
              </a:pathLst>
            </a:custGeom>
            <a:solidFill>
              <a:srgbClr val="FFFFFF"/>
            </a:solidFill>
            <a:ln>
              <a:noFill/>
            </a:ln>
          </p:spPr>
          <p:style>
            <a:lnRef idx="0">
              <a:scrgbClr r="0" g="0" b="0"/>
            </a:lnRef>
            <a:fillRef idx="0">
              <a:scrgbClr r="0" g="0" b="0"/>
            </a:fillRef>
            <a:effectRef idx="0">
              <a:scrgbClr r="0" g="0" b="0"/>
            </a:effectRef>
            <a:fontRef idx="minor"/>
          </p:style>
        </p:sp>
        <p:sp>
          <p:nvSpPr>
            <p:cNvPr id="1485" name="CustomShape 163"/>
            <p:cNvSpPr/>
            <p:nvPr/>
          </p:nvSpPr>
          <p:spPr>
            <a:xfrm>
              <a:off x="6515640" y="4040280"/>
              <a:ext cx="100800" cy="49320"/>
            </a:xfrm>
            <a:custGeom>
              <a:avLst/>
              <a:gdLst/>
              <a:ahLst/>
              <a:cxnLst/>
              <a:rect l="l" t="t" r="r" b="b"/>
              <a:pathLst>
                <a:path w="1437" h="856">
                  <a:moveTo>
                    <a:pt x="461" y="334"/>
                  </a:moveTo>
                  <a:cubicBezTo>
                    <a:pt x="491" y="344"/>
                    <a:pt x="542" y="359"/>
                    <a:pt x="602" y="380"/>
                  </a:cubicBezTo>
                  <a:lnTo>
                    <a:pt x="881" y="496"/>
                  </a:lnTo>
                  <a:lnTo>
                    <a:pt x="860" y="501"/>
                  </a:lnTo>
                  <a:cubicBezTo>
                    <a:pt x="835" y="521"/>
                    <a:pt x="810" y="531"/>
                    <a:pt x="784" y="536"/>
                  </a:cubicBezTo>
                  <a:cubicBezTo>
                    <a:pt x="744" y="542"/>
                    <a:pt x="714" y="542"/>
                    <a:pt x="668" y="542"/>
                  </a:cubicBezTo>
                  <a:cubicBezTo>
                    <a:pt x="628" y="542"/>
                    <a:pt x="587" y="536"/>
                    <a:pt x="542" y="526"/>
                  </a:cubicBezTo>
                  <a:cubicBezTo>
                    <a:pt x="501" y="521"/>
                    <a:pt x="461" y="491"/>
                    <a:pt x="415" y="476"/>
                  </a:cubicBezTo>
                  <a:cubicBezTo>
                    <a:pt x="385" y="456"/>
                    <a:pt x="360" y="430"/>
                    <a:pt x="349" y="410"/>
                  </a:cubicBezTo>
                  <a:cubicBezTo>
                    <a:pt x="334" y="395"/>
                    <a:pt x="339" y="370"/>
                    <a:pt x="360" y="354"/>
                  </a:cubicBezTo>
                  <a:cubicBezTo>
                    <a:pt x="390" y="334"/>
                    <a:pt x="425" y="334"/>
                    <a:pt x="461" y="334"/>
                  </a:cubicBezTo>
                  <a:close/>
                  <a:moveTo>
                    <a:pt x="860" y="0"/>
                  </a:moveTo>
                  <a:cubicBezTo>
                    <a:pt x="810" y="0"/>
                    <a:pt x="754" y="0"/>
                    <a:pt x="709" y="5"/>
                  </a:cubicBezTo>
                  <a:cubicBezTo>
                    <a:pt x="658" y="16"/>
                    <a:pt x="618" y="21"/>
                    <a:pt x="592" y="31"/>
                  </a:cubicBezTo>
                  <a:cubicBezTo>
                    <a:pt x="582" y="41"/>
                    <a:pt x="577" y="46"/>
                    <a:pt x="577" y="51"/>
                  </a:cubicBezTo>
                  <a:cubicBezTo>
                    <a:pt x="577" y="56"/>
                    <a:pt x="582" y="66"/>
                    <a:pt x="592" y="71"/>
                  </a:cubicBezTo>
                  <a:lnTo>
                    <a:pt x="754" y="172"/>
                  </a:lnTo>
                  <a:cubicBezTo>
                    <a:pt x="769" y="177"/>
                    <a:pt x="779" y="182"/>
                    <a:pt x="789" y="182"/>
                  </a:cubicBezTo>
                  <a:cubicBezTo>
                    <a:pt x="805" y="193"/>
                    <a:pt x="820" y="193"/>
                    <a:pt x="840" y="193"/>
                  </a:cubicBezTo>
                  <a:cubicBezTo>
                    <a:pt x="870" y="193"/>
                    <a:pt x="906" y="193"/>
                    <a:pt x="921" y="198"/>
                  </a:cubicBezTo>
                  <a:cubicBezTo>
                    <a:pt x="946" y="208"/>
                    <a:pt x="982" y="223"/>
                    <a:pt x="1007" y="233"/>
                  </a:cubicBezTo>
                  <a:cubicBezTo>
                    <a:pt x="1047" y="258"/>
                    <a:pt x="1083" y="294"/>
                    <a:pt x="1093" y="319"/>
                  </a:cubicBezTo>
                  <a:cubicBezTo>
                    <a:pt x="1098" y="344"/>
                    <a:pt x="1088" y="375"/>
                    <a:pt x="1037" y="400"/>
                  </a:cubicBezTo>
                  <a:lnTo>
                    <a:pt x="703" y="258"/>
                  </a:lnTo>
                  <a:cubicBezTo>
                    <a:pt x="587" y="223"/>
                    <a:pt x="486" y="193"/>
                    <a:pt x="380" y="182"/>
                  </a:cubicBezTo>
                  <a:cubicBezTo>
                    <a:pt x="370" y="182"/>
                    <a:pt x="361" y="182"/>
                    <a:pt x="351" y="182"/>
                  </a:cubicBezTo>
                  <a:cubicBezTo>
                    <a:pt x="265" y="182"/>
                    <a:pt x="180" y="203"/>
                    <a:pt x="107" y="248"/>
                  </a:cubicBezTo>
                  <a:cubicBezTo>
                    <a:pt x="76" y="268"/>
                    <a:pt x="46" y="299"/>
                    <a:pt x="26" y="324"/>
                  </a:cubicBezTo>
                  <a:cubicBezTo>
                    <a:pt x="6" y="349"/>
                    <a:pt x="0" y="380"/>
                    <a:pt x="0" y="405"/>
                  </a:cubicBezTo>
                  <a:cubicBezTo>
                    <a:pt x="0" y="430"/>
                    <a:pt x="21" y="471"/>
                    <a:pt x="46" y="496"/>
                  </a:cubicBezTo>
                  <a:cubicBezTo>
                    <a:pt x="76" y="526"/>
                    <a:pt x="112" y="557"/>
                    <a:pt x="162" y="582"/>
                  </a:cubicBezTo>
                  <a:cubicBezTo>
                    <a:pt x="233" y="617"/>
                    <a:pt x="304" y="653"/>
                    <a:pt x="375" y="663"/>
                  </a:cubicBezTo>
                  <a:cubicBezTo>
                    <a:pt x="424" y="674"/>
                    <a:pt x="476" y="680"/>
                    <a:pt x="523" y="680"/>
                  </a:cubicBezTo>
                  <a:cubicBezTo>
                    <a:pt x="538" y="680"/>
                    <a:pt x="553" y="679"/>
                    <a:pt x="567" y="678"/>
                  </a:cubicBezTo>
                  <a:lnTo>
                    <a:pt x="567" y="678"/>
                  </a:lnTo>
                  <a:lnTo>
                    <a:pt x="511" y="713"/>
                  </a:lnTo>
                  <a:cubicBezTo>
                    <a:pt x="496" y="724"/>
                    <a:pt x="491" y="729"/>
                    <a:pt x="491" y="739"/>
                  </a:cubicBezTo>
                  <a:cubicBezTo>
                    <a:pt x="491" y="754"/>
                    <a:pt x="501" y="759"/>
                    <a:pt x="511" y="764"/>
                  </a:cubicBezTo>
                  <a:lnTo>
                    <a:pt x="643" y="840"/>
                  </a:lnTo>
                  <a:cubicBezTo>
                    <a:pt x="658" y="850"/>
                    <a:pt x="678" y="855"/>
                    <a:pt x="693" y="855"/>
                  </a:cubicBezTo>
                  <a:cubicBezTo>
                    <a:pt x="719" y="855"/>
                    <a:pt x="734" y="850"/>
                    <a:pt x="744" y="840"/>
                  </a:cubicBezTo>
                  <a:lnTo>
                    <a:pt x="1265" y="536"/>
                  </a:lnTo>
                  <a:cubicBezTo>
                    <a:pt x="1326" y="501"/>
                    <a:pt x="1371" y="461"/>
                    <a:pt x="1396" y="425"/>
                  </a:cubicBezTo>
                  <a:cubicBezTo>
                    <a:pt x="1422" y="395"/>
                    <a:pt x="1437" y="349"/>
                    <a:pt x="1417" y="324"/>
                  </a:cubicBezTo>
                  <a:cubicBezTo>
                    <a:pt x="1412" y="284"/>
                    <a:pt x="1396" y="248"/>
                    <a:pt x="1361" y="208"/>
                  </a:cubicBezTo>
                  <a:cubicBezTo>
                    <a:pt x="1326" y="172"/>
                    <a:pt x="1285" y="142"/>
                    <a:pt x="1219" y="101"/>
                  </a:cubicBezTo>
                  <a:cubicBezTo>
                    <a:pt x="1159" y="71"/>
                    <a:pt x="1098" y="41"/>
                    <a:pt x="1037" y="26"/>
                  </a:cubicBezTo>
                  <a:cubicBezTo>
                    <a:pt x="972" y="16"/>
                    <a:pt x="916" y="5"/>
                    <a:pt x="860" y="0"/>
                  </a:cubicBezTo>
                  <a:close/>
                </a:path>
              </a:pathLst>
            </a:custGeom>
            <a:solidFill>
              <a:srgbClr val="FFFFFF"/>
            </a:solidFill>
            <a:ln>
              <a:noFill/>
            </a:ln>
          </p:spPr>
          <p:style>
            <a:lnRef idx="0">
              <a:scrgbClr r="0" g="0" b="0"/>
            </a:lnRef>
            <a:fillRef idx="0">
              <a:scrgbClr r="0" g="0" b="0"/>
            </a:fillRef>
            <a:effectRef idx="0">
              <a:scrgbClr r="0" g="0" b="0"/>
            </a:effectRef>
            <a:fontRef idx="minor"/>
          </p:style>
        </p:sp>
        <p:sp>
          <p:nvSpPr>
            <p:cNvPr id="1486" name="CustomShape 164"/>
            <p:cNvSpPr/>
            <p:nvPr/>
          </p:nvSpPr>
          <p:spPr>
            <a:xfrm>
              <a:off x="6582960" y="4068720"/>
              <a:ext cx="102600" cy="36000"/>
            </a:xfrm>
            <a:custGeom>
              <a:avLst/>
              <a:gdLst/>
              <a:ahLst/>
              <a:cxnLst/>
              <a:rect l="l" t="t" r="r" b="b"/>
              <a:pathLst>
                <a:path w="1457" h="624">
                  <a:moveTo>
                    <a:pt x="896" y="1"/>
                  </a:moveTo>
                  <a:cubicBezTo>
                    <a:pt x="870" y="1"/>
                    <a:pt x="855" y="6"/>
                    <a:pt x="845" y="11"/>
                  </a:cubicBezTo>
                  <a:lnTo>
                    <a:pt x="21" y="487"/>
                  </a:lnTo>
                  <a:cubicBezTo>
                    <a:pt x="10" y="492"/>
                    <a:pt x="0" y="497"/>
                    <a:pt x="0" y="512"/>
                  </a:cubicBezTo>
                  <a:cubicBezTo>
                    <a:pt x="0" y="522"/>
                    <a:pt x="10" y="532"/>
                    <a:pt x="21" y="537"/>
                  </a:cubicBezTo>
                  <a:lnTo>
                    <a:pt x="152" y="613"/>
                  </a:lnTo>
                  <a:cubicBezTo>
                    <a:pt x="167" y="618"/>
                    <a:pt x="187" y="623"/>
                    <a:pt x="203" y="623"/>
                  </a:cubicBezTo>
                  <a:cubicBezTo>
                    <a:pt x="228" y="623"/>
                    <a:pt x="243" y="618"/>
                    <a:pt x="253" y="613"/>
                  </a:cubicBezTo>
                  <a:lnTo>
                    <a:pt x="708" y="345"/>
                  </a:lnTo>
                  <a:cubicBezTo>
                    <a:pt x="779" y="299"/>
                    <a:pt x="845" y="284"/>
                    <a:pt x="906" y="284"/>
                  </a:cubicBezTo>
                  <a:cubicBezTo>
                    <a:pt x="961" y="284"/>
                    <a:pt x="1032" y="299"/>
                    <a:pt x="1103" y="345"/>
                  </a:cubicBezTo>
                  <a:lnTo>
                    <a:pt x="1214" y="411"/>
                  </a:lnTo>
                  <a:cubicBezTo>
                    <a:pt x="1229" y="416"/>
                    <a:pt x="1250" y="421"/>
                    <a:pt x="1265" y="421"/>
                  </a:cubicBezTo>
                  <a:cubicBezTo>
                    <a:pt x="1290" y="421"/>
                    <a:pt x="1305" y="416"/>
                    <a:pt x="1315" y="411"/>
                  </a:cubicBezTo>
                  <a:lnTo>
                    <a:pt x="1437" y="340"/>
                  </a:lnTo>
                  <a:cubicBezTo>
                    <a:pt x="1452" y="335"/>
                    <a:pt x="1457" y="330"/>
                    <a:pt x="1457" y="315"/>
                  </a:cubicBezTo>
                  <a:cubicBezTo>
                    <a:pt x="1457" y="304"/>
                    <a:pt x="1452" y="294"/>
                    <a:pt x="1437" y="289"/>
                  </a:cubicBezTo>
                  <a:lnTo>
                    <a:pt x="1351" y="239"/>
                  </a:lnTo>
                  <a:cubicBezTo>
                    <a:pt x="1300" y="213"/>
                    <a:pt x="1234" y="188"/>
                    <a:pt x="1189" y="173"/>
                  </a:cubicBezTo>
                  <a:cubicBezTo>
                    <a:pt x="1148" y="163"/>
                    <a:pt x="1093" y="158"/>
                    <a:pt x="1032" y="158"/>
                  </a:cubicBezTo>
                  <a:lnTo>
                    <a:pt x="1078" y="138"/>
                  </a:lnTo>
                  <a:cubicBezTo>
                    <a:pt x="1093" y="132"/>
                    <a:pt x="1098" y="127"/>
                    <a:pt x="1098" y="112"/>
                  </a:cubicBezTo>
                  <a:cubicBezTo>
                    <a:pt x="1098" y="102"/>
                    <a:pt x="1088" y="92"/>
                    <a:pt x="1078" y="87"/>
                  </a:cubicBezTo>
                  <a:lnTo>
                    <a:pt x="946" y="11"/>
                  </a:lnTo>
                  <a:cubicBezTo>
                    <a:pt x="931" y="6"/>
                    <a:pt x="911" y="1"/>
                    <a:pt x="896" y="1"/>
                  </a:cubicBezTo>
                  <a:close/>
                </a:path>
              </a:pathLst>
            </a:custGeom>
            <a:solidFill>
              <a:srgbClr val="FFFFFF"/>
            </a:solidFill>
            <a:ln>
              <a:noFill/>
            </a:ln>
          </p:spPr>
          <p:style>
            <a:lnRef idx="0">
              <a:scrgbClr r="0" g="0" b="0"/>
            </a:lnRef>
            <a:fillRef idx="0">
              <a:scrgbClr r="0" g="0" b="0"/>
            </a:fillRef>
            <a:effectRef idx="0">
              <a:scrgbClr r="0" g="0" b="0"/>
            </a:effectRef>
            <a:fontRef idx="minor"/>
          </p:style>
        </p:sp>
        <p:sp>
          <p:nvSpPr>
            <p:cNvPr id="1487" name="CustomShape 165"/>
            <p:cNvSpPr/>
            <p:nvPr/>
          </p:nvSpPr>
          <p:spPr>
            <a:xfrm>
              <a:off x="6645240" y="4098600"/>
              <a:ext cx="95760" cy="45360"/>
            </a:xfrm>
            <a:custGeom>
              <a:avLst/>
              <a:gdLst/>
              <a:ahLst/>
              <a:cxnLst/>
              <a:rect l="l" t="t" r="r" b="b"/>
              <a:pathLst>
                <a:path w="1366" h="780">
                  <a:moveTo>
                    <a:pt x="703" y="1"/>
                  </a:moveTo>
                  <a:cubicBezTo>
                    <a:pt x="633" y="1"/>
                    <a:pt x="557" y="6"/>
                    <a:pt x="486" y="21"/>
                  </a:cubicBezTo>
                  <a:cubicBezTo>
                    <a:pt x="410" y="36"/>
                    <a:pt x="349" y="62"/>
                    <a:pt x="289" y="87"/>
                  </a:cubicBezTo>
                  <a:cubicBezTo>
                    <a:pt x="263" y="107"/>
                    <a:pt x="238" y="122"/>
                    <a:pt x="213" y="132"/>
                  </a:cubicBezTo>
                  <a:cubicBezTo>
                    <a:pt x="198" y="153"/>
                    <a:pt x="172" y="163"/>
                    <a:pt x="152" y="178"/>
                  </a:cubicBezTo>
                  <a:cubicBezTo>
                    <a:pt x="101" y="213"/>
                    <a:pt x="61" y="249"/>
                    <a:pt x="36" y="289"/>
                  </a:cubicBezTo>
                  <a:cubicBezTo>
                    <a:pt x="10" y="335"/>
                    <a:pt x="0" y="375"/>
                    <a:pt x="0" y="416"/>
                  </a:cubicBezTo>
                  <a:cubicBezTo>
                    <a:pt x="5" y="461"/>
                    <a:pt x="26" y="502"/>
                    <a:pt x="51" y="542"/>
                  </a:cubicBezTo>
                  <a:cubicBezTo>
                    <a:pt x="76" y="588"/>
                    <a:pt x="127" y="628"/>
                    <a:pt x="187" y="663"/>
                  </a:cubicBezTo>
                  <a:cubicBezTo>
                    <a:pt x="258" y="704"/>
                    <a:pt x="334" y="734"/>
                    <a:pt x="410" y="754"/>
                  </a:cubicBezTo>
                  <a:cubicBezTo>
                    <a:pt x="486" y="765"/>
                    <a:pt x="557" y="780"/>
                    <a:pt x="627" y="780"/>
                  </a:cubicBezTo>
                  <a:cubicBezTo>
                    <a:pt x="688" y="780"/>
                    <a:pt x="754" y="780"/>
                    <a:pt x="804" y="765"/>
                  </a:cubicBezTo>
                  <a:cubicBezTo>
                    <a:pt x="855" y="754"/>
                    <a:pt x="890" y="739"/>
                    <a:pt x="916" y="729"/>
                  </a:cubicBezTo>
                  <a:cubicBezTo>
                    <a:pt x="931" y="719"/>
                    <a:pt x="936" y="714"/>
                    <a:pt x="936" y="704"/>
                  </a:cubicBezTo>
                  <a:cubicBezTo>
                    <a:pt x="936" y="689"/>
                    <a:pt x="931" y="684"/>
                    <a:pt x="916" y="679"/>
                  </a:cubicBezTo>
                  <a:lnTo>
                    <a:pt x="784" y="603"/>
                  </a:lnTo>
                  <a:cubicBezTo>
                    <a:pt x="769" y="593"/>
                    <a:pt x="754" y="593"/>
                    <a:pt x="734" y="593"/>
                  </a:cubicBezTo>
                  <a:cubicBezTo>
                    <a:pt x="713" y="593"/>
                    <a:pt x="693" y="603"/>
                    <a:pt x="678" y="603"/>
                  </a:cubicBezTo>
                  <a:cubicBezTo>
                    <a:pt x="658" y="608"/>
                    <a:pt x="633" y="608"/>
                    <a:pt x="612" y="608"/>
                  </a:cubicBezTo>
                  <a:cubicBezTo>
                    <a:pt x="592" y="608"/>
                    <a:pt x="567" y="603"/>
                    <a:pt x="552" y="603"/>
                  </a:cubicBezTo>
                  <a:cubicBezTo>
                    <a:pt x="531" y="593"/>
                    <a:pt x="501" y="588"/>
                    <a:pt x="481" y="582"/>
                  </a:cubicBezTo>
                  <a:cubicBezTo>
                    <a:pt x="455" y="567"/>
                    <a:pt x="425" y="557"/>
                    <a:pt x="400" y="542"/>
                  </a:cubicBezTo>
                  <a:cubicBezTo>
                    <a:pt x="375" y="532"/>
                    <a:pt x="349" y="512"/>
                    <a:pt x="334" y="491"/>
                  </a:cubicBezTo>
                  <a:cubicBezTo>
                    <a:pt x="324" y="481"/>
                    <a:pt x="309" y="456"/>
                    <a:pt x="309" y="436"/>
                  </a:cubicBezTo>
                  <a:cubicBezTo>
                    <a:pt x="309" y="416"/>
                    <a:pt x="309" y="390"/>
                    <a:pt x="324" y="375"/>
                  </a:cubicBezTo>
                  <a:cubicBezTo>
                    <a:pt x="334" y="355"/>
                    <a:pt x="354" y="325"/>
                    <a:pt x="390" y="304"/>
                  </a:cubicBezTo>
                  <a:cubicBezTo>
                    <a:pt x="405" y="289"/>
                    <a:pt x="430" y="279"/>
                    <a:pt x="450" y="264"/>
                  </a:cubicBezTo>
                  <a:cubicBezTo>
                    <a:pt x="466" y="249"/>
                    <a:pt x="491" y="233"/>
                    <a:pt x="511" y="228"/>
                  </a:cubicBezTo>
                  <a:cubicBezTo>
                    <a:pt x="557" y="203"/>
                    <a:pt x="592" y="188"/>
                    <a:pt x="633" y="183"/>
                  </a:cubicBezTo>
                  <a:cubicBezTo>
                    <a:pt x="678" y="178"/>
                    <a:pt x="708" y="178"/>
                    <a:pt x="744" y="178"/>
                  </a:cubicBezTo>
                  <a:cubicBezTo>
                    <a:pt x="784" y="178"/>
                    <a:pt x="820" y="183"/>
                    <a:pt x="845" y="188"/>
                  </a:cubicBezTo>
                  <a:cubicBezTo>
                    <a:pt x="870" y="203"/>
                    <a:pt x="906" y="213"/>
                    <a:pt x="931" y="228"/>
                  </a:cubicBezTo>
                  <a:cubicBezTo>
                    <a:pt x="961" y="254"/>
                    <a:pt x="987" y="264"/>
                    <a:pt x="997" y="279"/>
                  </a:cubicBezTo>
                  <a:cubicBezTo>
                    <a:pt x="1022" y="299"/>
                    <a:pt x="1032" y="309"/>
                    <a:pt x="1037" y="325"/>
                  </a:cubicBezTo>
                  <a:cubicBezTo>
                    <a:pt x="1042" y="335"/>
                    <a:pt x="1042" y="350"/>
                    <a:pt x="1042" y="360"/>
                  </a:cubicBezTo>
                  <a:cubicBezTo>
                    <a:pt x="1042" y="375"/>
                    <a:pt x="1042" y="385"/>
                    <a:pt x="1037" y="400"/>
                  </a:cubicBezTo>
                  <a:cubicBezTo>
                    <a:pt x="1032" y="416"/>
                    <a:pt x="1032" y="426"/>
                    <a:pt x="1032" y="436"/>
                  </a:cubicBezTo>
                  <a:cubicBezTo>
                    <a:pt x="1032" y="451"/>
                    <a:pt x="1037" y="456"/>
                    <a:pt x="1047" y="461"/>
                  </a:cubicBezTo>
                  <a:lnTo>
                    <a:pt x="1184" y="537"/>
                  </a:lnTo>
                  <a:cubicBezTo>
                    <a:pt x="1194" y="542"/>
                    <a:pt x="1214" y="552"/>
                    <a:pt x="1234" y="552"/>
                  </a:cubicBezTo>
                  <a:cubicBezTo>
                    <a:pt x="1260" y="552"/>
                    <a:pt x="1270" y="542"/>
                    <a:pt x="1285" y="537"/>
                  </a:cubicBezTo>
                  <a:cubicBezTo>
                    <a:pt x="1305" y="517"/>
                    <a:pt x="1325" y="491"/>
                    <a:pt x="1346" y="466"/>
                  </a:cubicBezTo>
                  <a:cubicBezTo>
                    <a:pt x="1361" y="431"/>
                    <a:pt x="1366" y="405"/>
                    <a:pt x="1366" y="360"/>
                  </a:cubicBezTo>
                  <a:cubicBezTo>
                    <a:pt x="1366" y="314"/>
                    <a:pt x="1356" y="279"/>
                    <a:pt x="1315" y="233"/>
                  </a:cubicBezTo>
                  <a:cubicBezTo>
                    <a:pt x="1285" y="183"/>
                    <a:pt x="1234" y="147"/>
                    <a:pt x="1159" y="102"/>
                  </a:cubicBezTo>
                  <a:cubicBezTo>
                    <a:pt x="1093" y="56"/>
                    <a:pt x="1027" y="36"/>
                    <a:pt x="921" y="26"/>
                  </a:cubicBezTo>
                  <a:cubicBezTo>
                    <a:pt x="845" y="6"/>
                    <a:pt x="779" y="1"/>
                    <a:pt x="703" y="1"/>
                  </a:cubicBezTo>
                  <a:close/>
                </a:path>
              </a:pathLst>
            </a:custGeom>
            <a:solidFill>
              <a:srgbClr val="FFFFFF"/>
            </a:solidFill>
            <a:ln>
              <a:noFill/>
            </a:ln>
          </p:spPr>
          <p:style>
            <a:lnRef idx="0">
              <a:scrgbClr r="0" g="0" b="0"/>
            </a:lnRef>
            <a:fillRef idx="0">
              <a:scrgbClr r="0" g="0" b="0"/>
            </a:fillRef>
            <a:effectRef idx="0">
              <a:scrgbClr r="0" g="0" b="0"/>
            </a:effectRef>
            <a:fontRef idx="minor"/>
          </p:style>
        </p:sp>
        <p:sp>
          <p:nvSpPr>
            <p:cNvPr id="1488" name="CustomShape 166"/>
            <p:cNvSpPr/>
            <p:nvPr/>
          </p:nvSpPr>
          <p:spPr>
            <a:xfrm>
              <a:off x="6706440" y="4116600"/>
              <a:ext cx="110520" cy="67680"/>
            </a:xfrm>
            <a:custGeom>
              <a:avLst/>
              <a:gdLst/>
              <a:ahLst/>
              <a:cxnLst/>
              <a:rect l="l" t="t" r="r" b="b"/>
              <a:pathLst>
                <a:path w="1579" h="1174">
                  <a:moveTo>
                    <a:pt x="1224" y="0"/>
                  </a:moveTo>
                  <a:cubicBezTo>
                    <a:pt x="1199" y="0"/>
                    <a:pt x="1184" y="5"/>
                    <a:pt x="1174" y="10"/>
                  </a:cubicBezTo>
                  <a:lnTo>
                    <a:pt x="20" y="678"/>
                  </a:lnTo>
                  <a:cubicBezTo>
                    <a:pt x="10" y="683"/>
                    <a:pt x="0" y="688"/>
                    <a:pt x="0" y="703"/>
                  </a:cubicBezTo>
                  <a:cubicBezTo>
                    <a:pt x="0" y="713"/>
                    <a:pt x="10" y="719"/>
                    <a:pt x="20" y="729"/>
                  </a:cubicBezTo>
                  <a:lnTo>
                    <a:pt x="152" y="805"/>
                  </a:lnTo>
                  <a:cubicBezTo>
                    <a:pt x="167" y="810"/>
                    <a:pt x="187" y="815"/>
                    <a:pt x="203" y="815"/>
                  </a:cubicBezTo>
                  <a:cubicBezTo>
                    <a:pt x="233" y="815"/>
                    <a:pt x="243" y="810"/>
                    <a:pt x="258" y="805"/>
                  </a:cubicBezTo>
                  <a:lnTo>
                    <a:pt x="703" y="542"/>
                  </a:lnTo>
                  <a:cubicBezTo>
                    <a:pt x="774" y="501"/>
                    <a:pt x="850" y="481"/>
                    <a:pt x="926" y="476"/>
                  </a:cubicBezTo>
                  <a:cubicBezTo>
                    <a:pt x="1002" y="476"/>
                    <a:pt x="1072" y="486"/>
                    <a:pt x="1133" y="526"/>
                  </a:cubicBezTo>
                  <a:cubicBezTo>
                    <a:pt x="1204" y="567"/>
                    <a:pt x="1229" y="607"/>
                    <a:pt x="1224" y="653"/>
                  </a:cubicBezTo>
                  <a:cubicBezTo>
                    <a:pt x="1219" y="693"/>
                    <a:pt x="1174" y="734"/>
                    <a:pt x="1103" y="779"/>
                  </a:cubicBezTo>
                  <a:lnTo>
                    <a:pt x="653" y="1037"/>
                  </a:lnTo>
                  <a:cubicBezTo>
                    <a:pt x="643" y="1042"/>
                    <a:pt x="637" y="1047"/>
                    <a:pt x="637" y="1062"/>
                  </a:cubicBezTo>
                  <a:cubicBezTo>
                    <a:pt x="637" y="1073"/>
                    <a:pt x="643" y="1083"/>
                    <a:pt x="653" y="1088"/>
                  </a:cubicBezTo>
                  <a:lnTo>
                    <a:pt x="789" y="1164"/>
                  </a:lnTo>
                  <a:cubicBezTo>
                    <a:pt x="799" y="1169"/>
                    <a:pt x="820" y="1174"/>
                    <a:pt x="840" y="1174"/>
                  </a:cubicBezTo>
                  <a:cubicBezTo>
                    <a:pt x="865" y="1174"/>
                    <a:pt x="875" y="1169"/>
                    <a:pt x="890" y="1164"/>
                  </a:cubicBezTo>
                  <a:lnTo>
                    <a:pt x="1356" y="890"/>
                  </a:lnTo>
                  <a:cubicBezTo>
                    <a:pt x="1411" y="855"/>
                    <a:pt x="1457" y="820"/>
                    <a:pt x="1497" y="784"/>
                  </a:cubicBezTo>
                  <a:cubicBezTo>
                    <a:pt x="1538" y="744"/>
                    <a:pt x="1558" y="713"/>
                    <a:pt x="1563" y="668"/>
                  </a:cubicBezTo>
                  <a:cubicBezTo>
                    <a:pt x="1578" y="627"/>
                    <a:pt x="1563" y="597"/>
                    <a:pt x="1538" y="552"/>
                  </a:cubicBezTo>
                  <a:cubicBezTo>
                    <a:pt x="1512" y="506"/>
                    <a:pt x="1462" y="471"/>
                    <a:pt x="1396" y="425"/>
                  </a:cubicBezTo>
                  <a:cubicBezTo>
                    <a:pt x="1335" y="390"/>
                    <a:pt x="1280" y="364"/>
                    <a:pt x="1214" y="354"/>
                  </a:cubicBezTo>
                  <a:cubicBezTo>
                    <a:pt x="1153" y="344"/>
                    <a:pt x="1098" y="334"/>
                    <a:pt x="1032" y="334"/>
                  </a:cubicBezTo>
                  <a:lnTo>
                    <a:pt x="1406" y="122"/>
                  </a:lnTo>
                  <a:cubicBezTo>
                    <a:pt x="1421" y="112"/>
                    <a:pt x="1426" y="107"/>
                    <a:pt x="1426" y="96"/>
                  </a:cubicBezTo>
                  <a:cubicBezTo>
                    <a:pt x="1426" y="81"/>
                    <a:pt x="1416" y="76"/>
                    <a:pt x="1406" y="71"/>
                  </a:cubicBezTo>
                  <a:lnTo>
                    <a:pt x="1275" y="10"/>
                  </a:lnTo>
                  <a:cubicBezTo>
                    <a:pt x="1260" y="5"/>
                    <a:pt x="1244" y="0"/>
                    <a:pt x="1224" y="0"/>
                  </a:cubicBezTo>
                  <a:close/>
                </a:path>
              </a:pathLst>
            </a:custGeom>
            <a:solidFill>
              <a:srgbClr val="FFFFFF"/>
            </a:solidFill>
            <a:ln>
              <a:noFill/>
            </a:ln>
          </p:spPr>
          <p:style>
            <a:lnRef idx="0">
              <a:scrgbClr r="0" g="0" b="0"/>
            </a:lnRef>
            <a:fillRef idx="0">
              <a:scrgbClr r="0" g="0" b="0"/>
            </a:fillRef>
            <a:effectRef idx="0">
              <a:scrgbClr r="0" g="0" b="0"/>
            </a:effectRef>
            <a:fontRef idx="minor"/>
          </p:style>
        </p:sp>
      </p:grpSp>
      <p:sp>
        <p:nvSpPr>
          <p:cNvPr id="3" name="Slide Number Placeholder 2">
            <a:extLst>
              <a:ext uri="{FF2B5EF4-FFF2-40B4-BE49-F238E27FC236}">
                <a16:creationId xmlns:a16="http://schemas.microsoft.com/office/drawing/2014/main" id="{B2CEAF8B-FC99-4A1E-9936-E71485293A5D}"/>
              </a:ext>
            </a:extLst>
          </p:cNvPr>
          <p:cNvSpPr>
            <a:spLocks noGrp="1"/>
          </p:cNvSpPr>
          <p:nvPr>
            <p:ph type="sldNum" sz="quarter" idx="12"/>
          </p:nvPr>
        </p:nvSpPr>
        <p:spPr/>
        <p:txBody>
          <a:bodyPr/>
          <a:lstStyle/>
          <a:p>
            <a:fld id="{87F9202A-FD0E-4A58-A55A-175E0E9BDCC0}" type="slidenum">
              <a:rPr lang="en-US" smtClean="0"/>
              <a:t>9</a:t>
            </a:fld>
            <a:endParaRPr lang="en-US"/>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TextShape 1"/>
          <p:cNvSpPr txBox="1"/>
          <p:nvPr/>
        </p:nvSpPr>
        <p:spPr>
          <a:xfrm>
            <a:off x="858830" y="191476"/>
            <a:ext cx="10266911" cy="762485"/>
          </a:xfrm>
          <a:prstGeom prst="rect">
            <a:avLst/>
          </a:prstGeom>
          <a:noFill/>
          <a:ln w="0">
            <a:noFill/>
          </a:ln>
        </p:spPr>
        <p:txBody>
          <a:bodyPr lIns="0" tIns="0" rIns="0" bIns="0" anchor="ctr">
            <a:noAutofit/>
          </a:bodyPr>
          <a:lstStyle/>
          <a:p>
            <a:pPr>
              <a:lnSpc>
                <a:spcPct val="100000"/>
              </a:lnSpc>
            </a:pPr>
            <a:r>
              <a:rPr lang="en-IN" sz="3200" spc="-1" dirty="0">
                <a:latin typeface="Manjari"/>
                <a:ea typeface="Manjari"/>
              </a:rPr>
              <a:t>IDEA matrix</a:t>
            </a:r>
            <a:endParaRPr lang="en-US" sz="3200" spc="-1" dirty="0">
              <a:latin typeface="Arial"/>
            </a:endParaRPr>
          </a:p>
        </p:txBody>
      </p:sp>
      <p:graphicFrame>
        <p:nvGraphicFramePr>
          <p:cNvPr id="277" name="Table 2"/>
          <p:cNvGraphicFramePr/>
          <p:nvPr/>
        </p:nvGraphicFramePr>
        <p:xfrm>
          <a:off x="819767" y="1113256"/>
          <a:ext cx="10799066" cy="5364176"/>
        </p:xfrm>
        <a:graphic>
          <a:graphicData uri="http://schemas.openxmlformats.org/drawingml/2006/table">
            <a:tbl>
              <a:tblPr>
                <a:tableStyleId>{BDBED569-4797-4DF1-A0F4-6AAB3CD982D8}</a:tableStyleId>
              </a:tblPr>
              <a:tblGrid>
                <a:gridCol w="1641573">
                  <a:extLst>
                    <a:ext uri="{9D8B030D-6E8A-4147-A177-3AD203B41FA5}">
                      <a16:colId xmlns:a16="http://schemas.microsoft.com/office/drawing/2014/main" val="20000"/>
                    </a:ext>
                  </a:extLst>
                </a:gridCol>
                <a:gridCol w="5146891">
                  <a:extLst>
                    <a:ext uri="{9D8B030D-6E8A-4147-A177-3AD203B41FA5}">
                      <a16:colId xmlns:a16="http://schemas.microsoft.com/office/drawing/2014/main" val="20001"/>
                    </a:ext>
                  </a:extLst>
                </a:gridCol>
                <a:gridCol w="4010602">
                  <a:extLst>
                    <a:ext uri="{9D8B030D-6E8A-4147-A177-3AD203B41FA5}">
                      <a16:colId xmlns:a16="http://schemas.microsoft.com/office/drawing/2014/main" val="20002"/>
                    </a:ext>
                  </a:extLst>
                </a:gridCol>
              </a:tblGrid>
              <a:tr h="853177">
                <a:tc>
                  <a:txBody>
                    <a:bodyPr/>
                    <a:lstStyle/>
                    <a:p>
                      <a:r>
                        <a:rPr lang="en-IN" sz="2400" strike="noStrike" spc="-1" dirty="0">
                          <a:solidFill>
                            <a:schemeClr val="tx1"/>
                          </a:solidFill>
                        </a:rPr>
                        <a:t>Idea</a:t>
                      </a:r>
                      <a:endParaRPr lang="en-IN" sz="2400" b="1" strike="noStrike" spc="-1" dirty="0">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alpha val="20000"/>
                      </a:srgbClr>
                    </a:solidFill>
                  </a:tcPr>
                </a:tc>
                <a:tc>
                  <a:txBody>
                    <a:bodyPr/>
                    <a:lstStyle/>
                    <a:p>
                      <a:r>
                        <a:rPr lang="en-IN" sz="2400" strike="noStrike" spc="-1" dirty="0">
                          <a:solidFill>
                            <a:schemeClr val="tx1"/>
                          </a:solidFill>
                        </a:rPr>
                        <a:t>Deliverables</a:t>
                      </a:r>
                      <a:endParaRPr lang="en-IN" sz="2400" b="1" strike="noStrike" spc="-1" dirty="0">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alpha val="20000"/>
                      </a:srgbClr>
                    </a:solidFill>
                  </a:tcPr>
                </a:tc>
                <a:tc>
                  <a:txBody>
                    <a:bodyPr/>
                    <a:lstStyle/>
                    <a:p>
                      <a:r>
                        <a:rPr lang="en-IN" sz="2400" strike="noStrike" spc="-1" dirty="0">
                          <a:solidFill>
                            <a:schemeClr val="tx1"/>
                          </a:solidFill>
                        </a:rPr>
                        <a:t>Parameters</a:t>
                      </a:r>
                    </a:p>
                    <a:p>
                      <a:r>
                        <a:rPr lang="en-IN" sz="2400" strike="noStrike" spc="-1" dirty="0">
                          <a:solidFill>
                            <a:schemeClr val="tx1"/>
                          </a:solidFill>
                        </a:rPr>
                        <a:t>affected</a:t>
                      </a:r>
                      <a:endParaRPr lang="en-IN" sz="2400" b="1" strike="noStrike" spc="-1" dirty="0">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alpha val="20000"/>
                      </a:srgbClr>
                    </a:solidFill>
                  </a:tcPr>
                </a:tc>
                <a:extLst>
                  <a:ext uri="{0D108BD9-81ED-4DB2-BD59-A6C34878D82A}">
                    <a16:rowId xmlns:a16="http://schemas.microsoft.com/office/drawing/2014/main" val="10000"/>
                  </a:ext>
                </a:extLst>
              </a:tr>
              <a:tr h="487530">
                <a:tc>
                  <a:txBody>
                    <a:bodyPr/>
                    <a:lstStyle/>
                    <a:p>
                      <a:r>
                        <a:rPr lang="en-IN" sz="2400" strike="noStrike" spc="-1" dirty="0">
                          <a:solidFill>
                            <a:schemeClr val="tx1"/>
                          </a:solidFill>
                        </a:rPr>
                        <a:t>increase</a:t>
                      </a:r>
                      <a:endParaRPr lang="en-IN" sz="2400" b="0" strike="noStrike" spc="-1" dirty="0">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strike="noStrike" spc="-1">
                          <a:solidFill>
                            <a:schemeClr val="tx1"/>
                          </a:solidFill>
                        </a:rPr>
                        <a:t>User convenience </a:t>
                      </a:r>
                      <a:endParaRPr lang="en-IN" sz="2400" b="0" strike="noStrike" spc="-1">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strike="noStrike" spc="-1">
                          <a:solidFill>
                            <a:schemeClr val="tx1"/>
                          </a:solidFill>
                        </a:rPr>
                        <a:t>Application design</a:t>
                      </a:r>
                      <a:endParaRPr lang="en-IN" sz="2400" b="0" strike="noStrike" spc="-1">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87530">
                <a:tc>
                  <a:txBody>
                    <a:bodyPr/>
                    <a:lstStyle/>
                    <a:p>
                      <a:r>
                        <a:rPr lang="en-IN" sz="2400" strike="noStrike" spc="-1" dirty="0">
                          <a:solidFill>
                            <a:schemeClr val="tx1"/>
                          </a:solidFill>
                        </a:rPr>
                        <a:t>increase</a:t>
                      </a:r>
                      <a:endParaRPr lang="en-IN" sz="2400" b="0" strike="noStrike" spc="-1" dirty="0">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strike="noStrike" spc="-1">
                          <a:solidFill>
                            <a:schemeClr val="tx1"/>
                          </a:solidFill>
                        </a:rPr>
                        <a:t>Security </a:t>
                      </a:r>
                      <a:endParaRPr lang="en-IN" sz="2400" b="0" strike="noStrike" spc="-1">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strike="noStrike" spc="-1">
                          <a:solidFill>
                            <a:schemeClr val="tx1"/>
                          </a:solidFill>
                        </a:rPr>
                        <a:t>User authentication</a:t>
                      </a:r>
                      <a:endParaRPr lang="en-IN" sz="2400" b="0" strike="noStrike" spc="-1">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87530">
                <a:tc>
                  <a:txBody>
                    <a:bodyPr/>
                    <a:lstStyle/>
                    <a:p>
                      <a:r>
                        <a:rPr lang="en-IN" sz="2400" strike="noStrike" spc="-1" dirty="0">
                          <a:solidFill>
                            <a:schemeClr val="tx1"/>
                          </a:solidFill>
                        </a:rPr>
                        <a:t>avoid</a:t>
                      </a:r>
                      <a:endParaRPr lang="en-IN" sz="2400" b="0" strike="noStrike" spc="-1" dirty="0">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strike="noStrike" spc="-1">
                          <a:solidFill>
                            <a:schemeClr val="tx1"/>
                          </a:solidFill>
                        </a:rPr>
                        <a:t>Human negligence and confusion</a:t>
                      </a:r>
                      <a:endParaRPr lang="en-IN" sz="2400" b="0" strike="noStrike" spc="-1">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strike="noStrike" spc="-1">
                          <a:solidFill>
                            <a:schemeClr val="tx1"/>
                          </a:solidFill>
                        </a:rPr>
                        <a:t>Negligence and confusion</a:t>
                      </a:r>
                      <a:endParaRPr lang="en-IN" sz="2400" b="0" strike="noStrike" spc="-1">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853177">
                <a:tc>
                  <a:txBody>
                    <a:bodyPr/>
                    <a:lstStyle/>
                    <a:p>
                      <a:r>
                        <a:rPr lang="en-IN" sz="2400" strike="noStrike" spc="-1">
                          <a:solidFill>
                            <a:schemeClr val="tx1"/>
                          </a:solidFill>
                        </a:rPr>
                        <a:t>advance</a:t>
                      </a:r>
                      <a:endParaRPr lang="en-IN" sz="2400" b="0" strike="noStrike" spc="-1">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strike="noStrike" spc="-1">
                          <a:solidFill>
                            <a:schemeClr val="tx1"/>
                          </a:solidFill>
                        </a:rPr>
                        <a:t>There is no single platform that houses all the features in one place</a:t>
                      </a:r>
                      <a:endParaRPr lang="en-IN" sz="2400" b="0" strike="noStrike" spc="-1">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strike="noStrike" spc="-1" dirty="0">
                          <a:solidFill>
                            <a:schemeClr val="tx1"/>
                          </a:solidFill>
                        </a:rPr>
                        <a:t>Usability</a:t>
                      </a:r>
                      <a:endParaRPr lang="en-IN" sz="2400" b="0" strike="noStrike" spc="-1" dirty="0">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853177">
                <a:tc>
                  <a:txBody>
                    <a:bodyPr/>
                    <a:lstStyle/>
                    <a:p>
                      <a:r>
                        <a:rPr lang="en-IN" sz="2400" strike="noStrike" spc="-1">
                          <a:solidFill>
                            <a:schemeClr val="tx1"/>
                          </a:solidFill>
                        </a:rPr>
                        <a:t>develop </a:t>
                      </a:r>
                      <a:endParaRPr lang="en-IN" sz="2400" b="0" strike="noStrike" spc="-1">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strike="noStrike" spc="-1" dirty="0">
                          <a:solidFill>
                            <a:schemeClr val="tx1"/>
                          </a:solidFill>
                        </a:rPr>
                        <a:t>A system housing all the features needed in the disease prediction</a:t>
                      </a:r>
                      <a:endParaRPr lang="en-IN" sz="2400" b="0" strike="noStrike" spc="-1" dirty="0">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strike="noStrike" spc="-1" dirty="0">
                          <a:solidFill>
                            <a:schemeClr val="tx1"/>
                          </a:solidFill>
                        </a:rPr>
                        <a:t>Usability</a:t>
                      </a:r>
                      <a:endParaRPr lang="en-IN" sz="2400" b="0" strike="noStrike" spc="-1" dirty="0">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87530">
                <a:tc>
                  <a:txBody>
                    <a:bodyPr/>
                    <a:lstStyle/>
                    <a:p>
                      <a:r>
                        <a:rPr lang="en-IN" sz="2400" strike="noStrike" spc="-1">
                          <a:solidFill>
                            <a:schemeClr val="tx1"/>
                          </a:solidFill>
                        </a:rPr>
                        <a:t>increase</a:t>
                      </a:r>
                      <a:endParaRPr lang="en-IN" sz="2400" b="0" strike="noStrike" spc="-1">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strike="noStrike" spc="-1">
                          <a:solidFill>
                            <a:schemeClr val="tx1"/>
                          </a:solidFill>
                        </a:rPr>
                        <a:t>Classification accuracy</a:t>
                      </a:r>
                      <a:endParaRPr lang="en-IN" sz="2400" b="0" strike="noStrike" spc="-1">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strike="noStrike" spc="-1" dirty="0">
                          <a:solidFill>
                            <a:schemeClr val="tx1"/>
                          </a:solidFill>
                        </a:rPr>
                        <a:t>Algorithm choice</a:t>
                      </a:r>
                      <a:endParaRPr lang="en-IN" sz="2400" b="0" strike="noStrike" spc="-1" dirty="0">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853177">
                <a:tc>
                  <a:txBody>
                    <a:bodyPr/>
                    <a:lstStyle/>
                    <a:p>
                      <a:r>
                        <a:rPr lang="en-IN" sz="2400" strike="noStrike" spc="-1">
                          <a:solidFill>
                            <a:schemeClr val="tx1"/>
                          </a:solidFill>
                        </a:rPr>
                        <a:t>deliver</a:t>
                      </a:r>
                      <a:endParaRPr lang="en-IN" sz="2400" b="0" strike="noStrike" spc="-1">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strike="noStrike" spc="-1" dirty="0">
                          <a:solidFill>
                            <a:schemeClr val="tx1"/>
                          </a:solidFill>
                        </a:rPr>
                        <a:t>A product that provides more efficient disease prediction system</a:t>
                      </a:r>
                      <a:endParaRPr lang="en-IN" sz="2400" b="0" strike="noStrike" spc="-1" dirty="0">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strike="noStrike" spc="-1" dirty="0">
                          <a:solidFill>
                            <a:schemeClr val="tx1"/>
                          </a:solidFill>
                        </a:rPr>
                        <a:t>Speed</a:t>
                      </a:r>
                      <a:endParaRPr lang="en-IN" sz="2400" b="0" strike="noStrike" spc="-1" dirty="0">
                        <a:solidFill>
                          <a:schemeClr val="tx1"/>
                        </a:solidFill>
                        <a:latin typeface="Arial"/>
                      </a:endParaRPr>
                    </a:p>
                  </a:txBody>
                  <a:tcPr marL="119963" marR="119963" marT="60941" marB="6094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331555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1212" y="365125"/>
            <a:ext cx="9360311" cy="1325563"/>
          </a:xfrm>
        </p:spPr>
        <p:txBody>
          <a:bodyPr>
            <a:normAutofit/>
          </a:bodyPr>
          <a:lstStyle/>
          <a:p>
            <a:pPr algn="ctr"/>
            <a:r>
              <a:rPr lang="en-US" sz="2800" b="1" u="sng" dirty="0">
                <a:latin typeface="Times New Roman" panose="02020603050405020304" pitchFamily="18" charset="0"/>
                <a:cs typeface="Times New Roman" panose="02020603050405020304" pitchFamily="18" charset="0"/>
              </a:rPr>
              <a:t>Use Case Diagram</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17971" y="1799868"/>
            <a:ext cx="5377263" cy="4351338"/>
          </a:xfrm>
        </p:spPr>
      </p:pic>
      <p:sp>
        <p:nvSpPr>
          <p:cNvPr id="3" name="Slide Number Placeholder 2">
            <a:extLst>
              <a:ext uri="{FF2B5EF4-FFF2-40B4-BE49-F238E27FC236}">
                <a16:creationId xmlns:a16="http://schemas.microsoft.com/office/drawing/2014/main" id="{3A10AF25-8B21-48E4-BAEC-F7F857982B48}"/>
              </a:ext>
            </a:extLst>
          </p:cNvPr>
          <p:cNvSpPr>
            <a:spLocks noGrp="1"/>
          </p:cNvSpPr>
          <p:nvPr>
            <p:ph type="sldNum" sz="quarter" idx="12"/>
          </p:nvPr>
        </p:nvSpPr>
        <p:spPr/>
        <p:txBody>
          <a:bodyPr/>
          <a:lstStyle/>
          <a:p>
            <a:fld id="{87F9202A-FD0E-4A58-A55A-175E0E9BDCC0}" type="slidenum">
              <a:rPr lang="en-US" smtClean="0"/>
              <a:t>11</a:t>
            </a:fld>
            <a:endParaRPr lang="en-US"/>
          </a:p>
        </p:txBody>
      </p:sp>
    </p:spTree>
    <p:extLst>
      <p:ext uri="{BB962C8B-B14F-4D97-AF65-F5344CB8AC3E}">
        <p14:creationId xmlns:p14="http://schemas.microsoft.com/office/powerpoint/2010/main" val="1801546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09A16-942E-4EEB-AEB3-615C52D3BE4F}"/>
              </a:ext>
            </a:extLst>
          </p:cNvPr>
          <p:cNvSpPr>
            <a:spLocks noGrp="1"/>
          </p:cNvSpPr>
          <p:nvPr>
            <p:ph type="title"/>
          </p:nvPr>
        </p:nvSpPr>
        <p:spPr>
          <a:xfrm>
            <a:off x="5138583" y="365126"/>
            <a:ext cx="3615813" cy="588603"/>
          </a:xfrm>
        </p:spPr>
        <p:txBody>
          <a:bodyPr>
            <a:normAutofit/>
          </a:bodyPr>
          <a:lstStyle/>
          <a:p>
            <a:r>
              <a:rPr lang="en-IN" sz="2000" b="1" u="sng" dirty="0">
                <a:latin typeface="Times New Roman" panose="02020603050405020304" pitchFamily="18" charset="0"/>
                <a:cs typeface="Times New Roman" panose="02020603050405020304" pitchFamily="18" charset="0"/>
              </a:rPr>
              <a:t> </a:t>
            </a:r>
            <a:r>
              <a:rPr lang="en-IN" sz="2400" b="1" u="sng" dirty="0">
                <a:latin typeface="Times New Roman" panose="02020603050405020304" pitchFamily="18" charset="0"/>
                <a:cs typeface="Times New Roman" panose="02020603050405020304" pitchFamily="18" charset="0"/>
              </a:rPr>
              <a:t>Class Diagram</a:t>
            </a:r>
          </a:p>
        </p:txBody>
      </p:sp>
      <p:pic>
        <p:nvPicPr>
          <p:cNvPr id="5" name="Content Placeholder 4">
            <a:extLst>
              <a:ext uri="{FF2B5EF4-FFF2-40B4-BE49-F238E27FC236}">
                <a16:creationId xmlns:a16="http://schemas.microsoft.com/office/drawing/2014/main" id="{617D0E71-B3DA-4827-881C-4AE875252BA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8026" y="954088"/>
            <a:ext cx="9763432" cy="5538786"/>
          </a:xfrm>
        </p:spPr>
      </p:pic>
      <p:sp>
        <p:nvSpPr>
          <p:cNvPr id="6" name="Slide Number Placeholder 5">
            <a:extLst>
              <a:ext uri="{FF2B5EF4-FFF2-40B4-BE49-F238E27FC236}">
                <a16:creationId xmlns:a16="http://schemas.microsoft.com/office/drawing/2014/main" id="{050BC382-4454-42F7-9C38-4C17A8E936B0}"/>
              </a:ext>
            </a:extLst>
          </p:cNvPr>
          <p:cNvSpPr>
            <a:spLocks noGrp="1"/>
          </p:cNvSpPr>
          <p:nvPr>
            <p:ph type="sldNum" sz="quarter" idx="12"/>
          </p:nvPr>
        </p:nvSpPr>
        <p:spPr/>
        <p:txBody>
          <a:bodyPr/>
          <a:lstStyle/>
          <a:p>
            <a:fld id="{87F9202A-FD0E-4A58-A55A-175E0E9BDCC0}" type="slidenum">
              <a:rPr lang="en-US" smtClean="0"/>
              <a:t>12</a:t>
            </a:fld>
            <a:endParaRPr lang="en-US"/>
          </a:p>
        </p:txBody>
      </p:sp>
    </p:spTree>
    <p:extLst>
      <p:ext uri="{BB962C8B-B14F-4D97-AF65-F5344CB8AC3E}">
        <p14:creationId xmlns:p14="http://schemas.microsoft.com/office/powerpoint/2010/main" val="3352601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01961" y="178313"/>
            <a:ext cx="4414684" cy="677094"/>
          </a:xfrm>
        </p:spPr>
        <p:txBody>
          <a:bodyPr>
            <a:normAutofit/>
          </a:bodyPr>
          <a:lstStyle/>
          <a:p>
            <a:pPr algn="ctr"/>
            <a:r>
              <a:rPr lang="en-US" sz="1800" b="1" u="sng" dirty="0">
                <a:latin typeface="Times New Roman" panose="02020603050405020304" pitchFamily="18" charset="0"/>
                <a:cs typeface="Times New Roman" panose="02020603050405020304" pitchFamily="18" charset="0"/>
              </a:rPr>
              <a:t>ACTIVITY DIAGRAM</a:t>
            </a:r>
          </a:p>
        </p:txBody>
      </p:sp>
      <p:pic>
        <p:nvPicPr>
          <p:cNvPr id="7" name="Content Placeholder 6">
            <a:extLst>
              <a:ext uri="{FF2B5EF4-FFF2-40B4-BE49-F238E27FC236}">
                <a16:creationId xmlns:a16="http://schemas.microsoft.com/office/drawing/2014/main" id="{9B24E428-7F26-48EE-B9C8-003DEDEA386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82530" y="855407"/>
            <a:ext cx="5614218" cy="5624052"/>
          </a:xfrm>
        </p:spPr>
      </p:pic>
      <p:sp>
        <p:nvSpPr>
          <p:cNvPr id="8" name="Slide Number Placeholder 7">
            <a:extLst>
              <a:ext uri="{FF2B5EF4-FFF2-40B4-BE49-F238E27FC236}">
                <a16:creationId xmlns:a16="http://schemas.microsoft.com/office/drawing/2014/main" id="{7C0E4B7E-3087-4910-9E55-2A95A062E988}"/>
              </a:ext>
            </a:extLst>
          </p:cNvPr>
          <p:cNvSpPr>
            <a:spLocks noGrp="1"/>
          </p:cNvSpPr>
          <p:nvPr>
            <p:ph type="sldNum" sz="quarter" idx="12"/>
          </p:nvPr>
        </p:nvSpPr>
        <p:spPr/>
        <p:txBody>
          <a:bodyPr/>
          <a:lstStyle/>
          <a:p>
            <a:fld id="{87F9202A-FD0E-4A58-A55A-175E0E9BDCC0}" type="slidenum">
              <a:rPr lang="en-US" smtClean="0"/>
              <a:t>13</a:t>
            </a:fld>
            <a:endParaRPr lang="en-US"/>
          </a:p>
        </p:txBody>
      </p:sp>
    </p:spTree>
    <p:extLst>
      <p:ext uri="{BB962C8B-B14F-4D97-AF65-F5344CB8AC3E}">
        <p14:creationId xmlns:p14="http://schemas.microsoft.com/office/powerpoint/2010/main" val="379182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2FAD2-0F45-41A9-B853-0058319D1F23}"/>
              </a:ext>
            </a:extLst>
          </p:cNvPr>
          <p:cNvSpPr>
            <a:spLocks noGrp="1"/>
          </p:cNvSpPr>
          <p:nvPr>
            <p:ph type="title"/>
          </p:nvPr>
        </p:nvSpPr>
        <p:spPr>
          <a:xfrm>
            <a:off x="4358148" y="217641"/>
            <a:ext cx="3084871" cy="932733"/>
          </a:xfrm>
        </p:spPr>
        <p:txBody>
          <a:bodyPr>
            <a:normAutofit/>
          </a:bodyPr>
          <a:lstStyle/>
          <a:p>
            <a:r>
              <a:rPr lang="en-IN" sz="2800" b="1" u="sng" dirty="0">
                <a:latin typeface="Times New Roman" panose="02020603050405020304" pitchFamily="18" charset="0"/>
                <a:cs typeface="Times New Roman" panose="02020603050405020304" pitchFamily="18" charset="0"/>
              </a:rPr>
              <a:t>Sequence Diagram</a:t>
            </a:r>
          </a:p>
        </p:txBody>
      </p:sp>
      <p:pic>
        <p:nvPicPr>
          <p:cNvPr id="6" name="Content Placeholder 5">
            <a:extLst>
              <a:ext uri="{FF2B5EF4-FFF2-40B4-BE49-F238E27FC236}">
                <a16:creationId xmlns:a16="http://schemas.microsoft.com/office/drawing/2014/main" id="{67BDD8E3-9069-4E44-9EB1-DC5BA70FA3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1716" y="1042988"/>
            <a:ext cx="10205883" cy="5446302"/>
          </a:xfrm>
        </p:spPr>
      </p:pic>
      <p:sp>
        <p:nvSpPr>
          <p:cNvPr id="4" name="Slide Number Placeholder 3">
            <a:extLst>
              <a:ext uri="{FF2B5EF4-FFF2-40B4-BE49-F238E27FC236}">
                <a16:creationId xmlns:a16="http://schemas.microsoft.com/office/drawing/2014/main" id="{8762FF03-4739-49E4-9C64-AF170396589F}"/>
              </a:ext>
            </a:extLst>
          </p:cNvPr>
          <p:cNvSpPr>
            <a:spLocks noGrp="1"/>
          </p:cNvSpPr>
          <p:nvPr>
            <p:ph type="sldNum" sz="quarter" idx="12"/>
          </p:nvPr>
        </p:nvSpPr>
        <p:spPr/>
        <p:txBody>
          <a:bodyPr/>
          <a:lstStyle/>
          <a:p>
            <a:fld id="{87F9202A-FD0E-4A58-A55A-175E0E9BDCC0}" type="slidenum">
              <a:rPr lang="en-US" smtClean="0"/>
              <a:t>14</a:t>
            </a:fld>
            <a:endParaRPr lang="en-US"/>
          </a:p>
        </p:txBody>
      </p:sp>
    </p:spTree>
    <p:extLst>
      <p:ext uri="{BB962C8B-B14F-4D97-AF65-F5344CB8AC3E}">
        <p14:creationId xmlns:p14="http://schemas.microsoft.com/office/powerpoint/2010/main" val="3171368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79376-F950-4200-B7EA-13FC0268BB69}"/>
              </a:ext>
            </a:extLst>
          </p:cNvPr>
          <p:cNvSpPr>
            <a:spLocks noGrp="1"/>
          </p:cNvSpPr>
          <p:nvPr>
            <p:ph type="title"/>
          </p:nvPr>
        </p:nvSpPr>
        <p:spPr/>
        <p:txBody>
          <a:bodyPr>
            <a:normAutofit/>
          </a:bodyPr>
          <a:lstStyle/>
          <a:p>
            <a:r>
              <a:rPr lang="en-IN" sz="2800" b="1" u="sng" dirty="0">
                <a:latin typeface="Times New Roman" panose="02020603050405020304" pitchFamily="18" charset="0"/>
                <a:cs typeface="Times New Roman" panose="02020603050405020304" pitchFamily="18" charset="0"/>
              </a:rPr>
              <a:t>Deployment Diagram</a:t>
            </a:r>
          </a:p>
        </p:txBody>
      </p:sp>
      <p:pic>
        <p:nvPicPr>
          <p:cNvPr id="5" name="Content Placeholder 4">
            <a:extLst>
              <a:ext uri="{FF2B5EF4-FFF2-40B4-BE49-F238E27FC236}">
                <a16:creationId xmlns:a16="http://schemas.microsoft.com/office/drawing/2014/main" id="{924F8353-0871-4D53-9145-1A91863CE9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63009" y="1435510"/>
            <a:ext cx="6748139" cy="5037701"/>
          </a:xfrm>
        </p:spPr>
      </p:pic>
      <p:sp>
        <p:nvSpPr>
          <p:cNvPr id="6" name="Slide Number Placeholder 5">
            <a:extLst>
              <a:ext uri="{FF2B5EF4-FFF2-40B4-BE49-F238E27FC236}">
                <a16:creationId xmlns:a16="http://schemas.microsoft.com/office/drawing/2014/main" id="{A60F0B51-E4D9-4538-8F9A-9E8E09275B07}"/>
              </a:ext>
            </a:extLst>
          </p:cNvPr>
          <p:cNvSpPr>
            <a:spLocks noGrp="1"/>
          </p:cNvSpPr>
          <p:nvPr>
            <p:ph type="sldNum" sz="quarter" idx="12"/>
          </p:nvPr>
        </p:nvSpPr>
        <p:spPr/>
        <p:txBody>
          <a:bodyPr/>
          <a:lstStyle/>
          <a:p>
            <a:fld id="{87F9202A-FD0E-4A58-A55A-175E0E9BDCC0}" type="slidenum">
              <a:rPr lang="en-US" smtClean="0"/>
              <a:t>15</a:t>
            </a:fld>
            <a:endParaRPr lang="en-US"/>
          </a:p>
        </p:txBody>
      </p:sp>
    </p:spTree>
    <p:extLst>
      <p:ext uri="{BB962C8B-B14F-4D97-AF65-F5344CB8AC3E}">
        <p14:creationId xmlns:p14="http://schemas.microsoft.com/office/powerpoint/2010/main" val="3371476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29781" y="365125"/>
            <a:ext cx="3906716" cy="1325563"/>
          </a:xfrm>
        </p:spPr>
        <p:txBody>
          <a:bodyPr>
            <a:normAutofit/>
          </a:bodyPr>
          <a:lstStyle/>
          <a:p>
            <a:pPr algn="ctr"/>
            <a:r>
              <a:rPr lang="en-US" sz="2800" b="1" u="sng" dirty="0">
                <a:latin typeface="Times New Roman" panose="02020603050405020304" pitchFamily="18" charset="0"/>
                <a:cs typeface="Times New Roman" panose="02020603050405020304" pitchFamily="18" charset="0"/>
              </a:rPr>
              <a:t>WORKING</a:t>
            </a:r>
          </a:p>
        </p:txBody>
      </p:sp>
      <p:sp>
        <p:nvSpPr>
          <p:cNvPr id="3" name="Content Placeholder 2"/>
          <p:cNvSpPr>
            <a:spLocks noGrp="1"/>
          </p:cNvSpPr>
          <p:nvPr>
            <p:ph idx="1"/>
          </p:nvPr>
        </p:nvSpPr>
        <p:spPr/>
        <p:txBody>
          <a:bodyPr/>
          <a:lstStyle/>
          <a:p>
            <a:r>
              <a:rPr lang="en-US" dirty="0"/>
              <a:t>With the datasets already acquired from the Machine learning repository, We can now proceed with collecting the details of the Animal Symptoms.</a:t>
            </a:r>
          </a:p>
          <a:p>
            <a:r>
              <a:rPr lang="en-US" dirty="0"/>
              <a:t>Data like  Animal Name, Breed and all Symptoms from the Users as a input.</a:t>
            </a:r>
          </a:p>
          <a:p>
            <a:r>
              <a:rPr lang="en-US" dirty="0"/>
              <a:t>Sending data  to Random Forest Algorithm.</a:t>
            </a:r>
          </a:p>
          <a:p>
            <a:r>
              <a:rPr lang="en-US" dirty="0"/>
              <a:t>Random Forest Algorithm Internally Uses Decision tree.</a:t>
            </a:r>
          </a:p>
        </p:txBody>
      </p:sp>
      <p:sp>
        <p:nvSpPr>
          <p:cNvPr id="4" name="Slide Number Placeholder 3">
            <a:extLst>
              <a:ext uri="{FF2B5EF4-FFF2-40B4-BE49-F238E27FC236}">
                <a16:creationId xmlns:a16="http://schemas.microsoft.com/office/drawing/2014/main" id="{EB3BB17F-65AA-4AE8-A715-A506E693457B}"/>
              </a:ext>
            </a:extLst>
          </p:cNvPr>
          <p:cNvSpPr>
            <a:spLocks noGrp="1"/>
          </p:cNvSpPr>
          <p:nvPr>
            <p:ph type="sldNum" sz="quarter" idx="12"/>
          </p:nvPr>
        </p:nvSpPr>
        <p:spPr/>
        <p:txBody>
          <a:bodyPr/>
          <a:lstStyle/>
          <a:p>
            <a:fld id="{87F9202A-FD0E-4A58-A55A-175E0E9BDCC0}" type="slidenum">
              <a:rPr lang="en-US" smtClean="0"/>
              <a:t>16</a:t>
            </a:fld>
            <a:endParaRPr lang="en-US"/>
          </a:p>
        </p:txBody>
      </p:sp>
    </p:spTree>
    <p:extLst>
      <p:ext uri="{BB962C8B-B14F-4D97-AF65-F5344CB8AC3E}">
        <p14:creationId xmlns:p14="http://schemas.microsoft.com/office/powerpoint/2010/main" val="1448327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1669" y="382556"/>
            <a:ext cx="10515600" cy="2435289"/>
          </a:xfrm>
        </p:spPr>
        <p:txBody>
          <a:bodyPr/>
          <a:lstStyle/>
          <a:p>
            <a:pPr marL="0" indent="0">
              <a:buNone/>
            </a:pPr>
            <a:endParaRPr lang="en-US" dirty="0"/>
          </a:p>
          <a:p>
            <a:r>
              <a:rPr lang="en-US" dirty="0"/>
              <a:t>After analyzing data it will return possible disease ,information about disease and antibiotics.</a:t>
            </a:r>
          </a:p>
          <a:p>
            <a:r>
              <a:rPr lang="en-US" dirty="0"/>
              <a:t>It will also Return Details of nearby doctors.</a:t>
            </a:r>
          </a:p>
        </p:txBody>
      </p:sp>
      <p:sp>
        <p:nvSpPr>
          <p:cNvPr id="2" name="Slide Number Placeholder 1">
            <a:extLst>
              <a:ext uri="{FF2B5EF4-FFF2-40B4-BE49-F238E27FC236}">
                <a16:creationId xmlns:a16="http://schemas.microsoft.com/office/drawing/2014/main" id="{8FCAB208-CE03-4B0B-A7EC-6961AD1FC6E5}"/>
              </a:ext>
            </a:extLst>
          </p:cNvPr>
          <p:cNvSpPr>
            <a:spLocks noGrp="1"/>
          </p:cNvSpPr>
          <p:nvPr>
            <p:ph type="sldNum" sz="quarter" idx="12"/>
          </p:nvPr>
        </p:nvSpPr>
        <p:spPr/>
        <p:txBody>
          <a:bodyPr/>
          <a:lstStyle/>
          <a:p>
            <a:fld id="{87F9202A-FD0E-4A58-A55A-175E0E9BDCC0}" type="slidenum">
              <a:rPr lang="en-US" smtClean="0"/>
              <a:t>17</a:t>
            </a:fld>
            <a:endParaRPr lang="en-US"/>
          </a:p>
        </p:txBody>
      </p:sp>
    </p:spTree>
    <p:extLst>
      <p:ext uri="{BB962C8B-B14F-4D97-AF65-F5344CB8AC3E}">
        <p14:creationId xmlns:p14="http://schemas.microsoft.com/office/powerpoint/2010/main" val="417686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4907" y="719087"/>
            <a:ext cx="8563896" cy="1325563"/>
          </a:xfrm>
        </p:spPr>
        <p:txBody>
          <a:bodyPr/>
          <a:lstStyle/>
          <a:p>
            <a:pPr algn="ctr"/>
            <a:r>
              <a:rPr lang="en-US" sz="2800" b="1" u="sng" cap="all" dirty="0">
                <a:latin typeface="Times New Roman" panose="02020603050405020304" pitchFamily="18" charset="0"/>
                <a:cs typeface="Times New Roman" panose="02020603050405020304" pitchFamily="18" charset="0"/>
              </a:rPr>
              <a:t>HOW RANDOM FOREST WORKS</a:t>
            </a:r>
            <a:br>
              <a:rPr lang="en-US" b="1" cap="all" dirty="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72954" y="2044650"/>
            <a:ext cx="6217306" cy="3176279"/>
          </a:xfrm>
        </p:spPr>
      </p:pic>
      <p:sp>
        <p:nvSpPr>
          <p:cNvPr id="3" name="Slide Number Placeholder 2">
            <a:extLst>
              <a:ext uri="{FF2B5EF4-FFF2-40B4-BE49-F238E27FC236}">
                <a16:creationId xmlns:a16="http://schemas.microsoft.com/office/drawing/2014/main" id="{8507315B-51A7-4259-8FA4-4DAFA16E0EA3}"/>
              </a:ext>
            </a:extLst>
          </p:cNvPr>
          <p:cNvSpPr>
            <a:spLocks noGrp="1"/>
          </p:cNvSpPr>
          <p:nvPr>
            <p:ph type="sldNum" sz="quarter" idx="12"/>
          </p:nvPr>
        </p:nvSpPr>
        <p:spPr/>
        <p:txBody>
          <a:bodyPr/>
          <a:lstStyle/>
          <a:p>
            <a:fld id="{87F9202A-FD0E-4A58-A55A-175E0E9BDCC0}" type="slidenum">
              <a:rPr lang="en-US" smtClean="0"/>
              <a:t>18</a:t>
            </a:fld>
            <a:endParaRPr lang="en-US"/>
          </a:p>
        </p:txBody>
      </p:sp>
    </p:spTree>
    <p:extLst>
      <p:ext uri="{BB962C8B-B14F-4D97-AF65-F5344CB8AC3E}">
        <p14:creationId xmlns:p14="http://schemas.microsoft.com/office/powerpoint/2010/main" val="1942022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4342" y="681037"/>
            <a:ext cx="9249697" cy="1325563"/>
          </a:xfrm>
        </p:spPr>
        <p:txBody>
          <a:bodyPr/>
          <a:lstStyle/>
          <a:p>
            <a:pPr algn="ctr"/>
            <a:r>
              <a:rPr lang="en-US" sz="2800" b="1" u="sng" cap="all" dirty="0">
                <a:latin typeface="Times New Roman" panose="02020603050405020304" pitchFamily="18" charset="0"/>
                <a:cs typeface="Times New Roman" panose="02020603050405020304" pitchFamily="18" charset="0"/>
              </a:rPr>
              <a:t>HOW RANDOM FOREST WORKS</a:t>
            </a:r>
            <a:br>
              <a:rPr lang="en-US" b="1" cap="all" dirty="0"/>
            </a:br>
            <a:endParaRPr lang="en-US" dirty="0"/>
          </a:p>
        </p:txBody>
      </p:sp>
      <p:sp>
        <p:nvSpPr>
          <p:cNvPr id="3" name="Content Placeholder 2"/>
          <p:cNvSpPr>
            <a:spLocks noGrp="1"/>
          </p:cNvSpPr>
          <p:nvPr>
            <p:ph idx="1"/>
          </p:nvPr>
        </p:nvSpPr>
        <p:spPr/>
        <p:txBody>
          <a:bodyPr/>
          <a:lstStyle/>
          <a:p>
            <a:r>
              <a:rPr lang="en-US" dirty="0"/>
              <a:t>Random forest is a </a:t>
            </a:r>
            <a:r>
              <a:rPr lang="en-US" dirty="0">
                <a:solidFill>
                  <a:schemeClr val="tx1">
                    <a:lumMod val="95000"/>
                    <a:lumOff val="5000"/>
                  </a:schemeClr>
                </a:solidFill>
              </a:rPr>
              <a:t>supervised learning algorithm</a:t>
            </a:r>
            <a:r>
              <a:rPr lang="en-US" dirty="0"/>
              <a:t>. </a:t>
            </a:r>
          </a:p>
          <a:p>
            <a:r>
              <a:rPr lang="en-US" dirty="0"/>
              <a:t>The "forest" it builds, is an ensemble of decision trees, usually trained with the “bagging” method. </a:t>
            </a:r>
          </a:p>
          <a:p>
            <a:r>
              <a:rPr lang="en-US" dirty="0"/>
              <a:t>The general idea of the bagging method is that a combination of learning models increases the overall result.</a:t>
            </a:r>
          </a:p>
          <a:p>
            <a:r>
              <a:rPr lang="en-US" dirty="0"/>
              <a:t>Random forest is a great algorithm to train early in the model development process, to see how it performs. </a:t>
            </a:r>
          </a:p>
        </p:txBody>
      </p:sp>
      <p:sp>
        <p:nvSpPr>
          <p:cNvPr id="4" name="Slide Number Placeholder 3">
            <a:extLst>
              <a:ext uri="{FF2B5EF4-FFF2-40B4-BE49-F238E27FC236}">
                <a16:creationId xmlns:a16="http://schemas.microsoft.com/office/drawing/2014/main" id="{43C4218D-9619-4773-B2A5-889BFBE96198}"/>
              </a:ext>
            </a:extLst>
          </p:cNvPr>
          <p:cNvSpPr>
            <a:spLocks noGrp="1"/>
          </p:cNvSpPr>
          <p:nvPr>
            <p:ph type="sldNum" sz="quarter" idx="12"/>
          </p:nvPr>
        </p:nvSpPr>
        <p:spPr/>
        <p:txBody>
          <a:bodyPr/>
          <a:lstStyle/>
          <a:p>
            <a:fld id="{87F9202A-FD0E-4A58-A55A-175E0E9BDCC0}" type="slidenum">
              <a:rPr lang="en-US" smtClean="0"/>
              <a:t>19</a:t>
            </a:fld>
            <a:endParaRPr lang="en-US"/>
          </a:p>
        </p:txBody>
      </p:sp>
    </p:spTree>
    <p:extLst>
      <p:ext uri="{BB962C8B-B14F-4D97-AF65-F5344CB8AC3E}">
        <p14:creationId xmlns:p14="http://schemas.microsoft.com/office/powerpoint/2010/main" val="29149975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5174" y="365125"/>
            <a:ext cx="8052720" cy="1325563"/>
          </a:xfrm>
        </p:spPr>
        <p:txBody>
          <a:bodyPr>
            <a:normAutofit/>
          </a:bodyPr>
          <a:lstStyle/>
          <a:p>
            <a:pPr algn="ctr"/>
            <a:r>
              <a:rPr lang="en-US" sz="2800" b="1" u="sng" dirty="0">
                <a:latin typeface="Times New Roman" panose="02020603050405020304" pitchFamily="18" charset="0"/>
                <a:cs typeface="Times New Roman" panose="02020603050405020304" pitchFamily="18" charset="0"/>
              </a:rPr>
              <a:t>FUTURE SCOPE</a:t>
            </a:r>
          </a:p>
        </p:txBody>
      </p:sp>
      <p:sp>
        <p:nvSpPr>
          <p:cNvPr id="3" name="Content Placeholder 2"/>
          <p:cNvSpPr>
            <a:spLocks noGrp="1"/>
          </p:cNvSpPr>
          <p:nvPr>
            <p:ph idx="1"/>
          </p:nvPr>
        </p:nvSpPr>
        <p:spPr/>
        <p:txBody>
          <a:bodyPr/>
          <a:lstStyle/>
          <a:p>
            <a:r>
              <a:rPr lang="en-US" dirty="0"/>
              <a:t>We Are looking forward to add Image Detection technique.</a:t>
            </a:r>
          </a:p>
          <a:p>
            <a:r>
              <a:rPr lang="en-US" dirty="0"/>
              <a:t>Users can take picture of any animal if they have some skin infection or reaction and upload it on system then they will receive possible medical suggestions.</a:t>
            </a:r>
          </a:p>
          <a:p>
            <a:r>
              <a:rPr lang="en-US" dirty="0"/>
              <a:t> suggestions on antibiotic drugs they may use.</a:t>
            </a:r>
          </a:p>
          <a:p>
            <a:r>
              <a:rPr lang="en-US" dirty="0"/>
              <a:t>They can also consult with Doctors online.</a:t>
            </a:r>
          </a:p>
          <a:p>
            <a:endParaRPr lang="en-US" dirty="0"/>
          </a:p>
          <a:p>
            <a:endParaRPr lang="en-US" dirty="0"/>
          </a:p>
        </p:txBody>
      </p:sp>
      <p:sp>
        <p:nvSpPr>
          <p:cNvPr id="4" name="Slide Number Placeholder 3">
            <a:extLst>
              <a:ext uri="{FF2B5EF4-FFF2-40B4-BE49-F238E27FC236}">
                <a16:creationId xmlns:a16="http://schemas.microsoft.com/office/drawing/2014/main" id="{E0184F92-0258-4B9E-B43C-B128124516C1}"/>
              </a:ext>
            </a:extLst>
          </p:cNvPr>
          <p:cNvSpPr>
            <a:spLocks noGrp="1"/>
          </p:cNvSpPr>
          <p:nvPr>
            <p:ph type="sldNum" sz="quarter" idx="12"/>
          </p:nvPr>
        </p:nvSpPr>
        <p:spPr/>
        <p:txBody>
          <a:bodyPr/>
          <a:lstStyle/>
          <a:p>
            <a:fld id="{87F9202A-FD0E-4A58-A55A-175E0E9BDCC0}" type="slidenum">
              <a:rPr lang="en-US" smtClean="0"/>
              <a:t>20</a:t>
            </a:fld>
            <a:endParaRPr lang="en-US"/>
          </a:p>
        </p:txBody>
      </p:sp>
    </p:spTree>
    <p:extLst>
      <p:ext uri="{BB962C8B-B14F-4D97-AF65-F5344CB8AC3E}">
        <p14:creationId xmlns:p14="http://schemas.microsoft.com/office/powerpoint/2010/main" val="29266287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97" y="365125"/>
            <a:ext cx="8622890" cy="1325563"/>
          </a:xfrm>
        </p:spPr>
        <p:txBody>
          <a:bodyPr>
            <a:normAutofit/>
          </a:bodyPr>
          <a:lstStyle/>
          <a:p>
            <a:pPr algn="ctr"/>
            <a:r>
              <a:rPr lang="en-US" sz="2800" b="1" u="sng"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p:txBody>
          <a:bodyPr/>
          <a:lstStyle/>
          <a:p>
            <a:r>
              <a:rPr lang="en-US" dirty="0"/>
              <a:t>Proposed, is a Random Forest algorithm for predicting the disease Animals using the attributes collected from the user.</a:t>
            </a:r>
          </a:p>
          <a:p>
            <a:r>
              <a:rPr lang="en-US" dirty="0"/>
              <a:t>Proper adaptation of Algorithm for detecting the Diseases ,providing their Information , providing antibiotics  Information and Providing information about nearby doctors  Implemented efficiently.</a:t>
            </a:r>
          </a:p>
          <a:p>
            <a:r>
              <a:rPr lang="en-US" dirty="0"/>
              <a:t>Created easy to use Application for effective use.</a:t>
            </a:r>
          </a:p>
        </p:txBody>
      </p:sp>
      <p:sp>
        <p:nvSpPr>
          <p:cNvPr id="4" name="Slide Number Placeholder 3">
            <a:extLst>
              <a:ext uri="{FF2B5EF4-FFF2-40B4-BE49-F238E27FC236}">
                <a16:creationId xmlns:a16="http://schemas.microsoft.com/office/drawing/2014/main" id="{15CF1A1F-00BC-4E03-A99F-CEBA018B7E40}"/>
              </a:ext>
            </a:extLst>
          </p:cNvPr>
          <p:cNvSpPr>
            <a:spLocks noGrp="1"/>
          </p:cNvSpPr>
          <p:nvPr>
            <p:ph type="sldNum" sz="quarter" idx="12"/>
          </p:nvPr>
        </p:nvSpPr>
        <p:spPr/>
        <p:txBody>
          <a:bodyPr/>
          <a:lstStyle/>
          <a:p>
            <a:fld id="{87F9202A-FD0E-4A58-A55A-175E0E9BDCC0}" type="slidenum">
              <a:rPr lang="en-US" smtClean="0"/>
              <a:t>21</a:t>
            </a:fld>
            <a:endParaRPr lang="en-US"/>
          </a:p>
        </p:txBody>
      </p:sp>
    </p:spTree>
    <p:extLst>
      <p:ext uri="{BB962C8B-B14F-4D97-AF65-F5344CB8AC3E}">
        <p14:creationId xmlns:p14="http://schemas.microsoft.com/office/powerpoint/2010/main" val="35765210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REFERENCES</a:t>
            </a:r>
          </a:p>
        </p:txBody>
      </p:sp>
      <p:sp>
        <p:nvSpPr>
          <p:cNvPr id="3" name="Content Placeholder 2"/>
          <p:cNvSpPr>
            <a:spLocks noGrp="1"/>
          </p:cNvSpPr>
          <p:nvPr>
            <p:ph idx="1"/>
          </p:nvPr>
        </p:nvSpPr>
        <p:spPr/>
        <p:txBody>
          <a:bodyPr/>
          <a:lstStyle/>
          <a:p>
            <a:r>
              <a:rPr lang="en-US" dirty="0">
                <a:hlinkClick r:id="rId2"/>
              </a:rPr>
              <a:t>https://builtin.com/data-science/random-forest-algorithm</a:t>
            </a:r>
            <a:endParaRPr lang="en-US" dirty="0"/>
          </a:p>
          <a:p>
            <a:r>
              <a:rPr lang="en-US" dirty="0">
                <a:hlinkClick r:id="rId3"/>
              </a:rPr>
              <a:t>https://nadrsapps.gov.in/</a:t>
            </a:r>
            <a:endParaRPr lang="en-US" dirty="0"/>
          </a:p>
          <a:p>
            <a:r>
              <a:rPr lang="en-US" dirty="0">
                <a:hlinkClick r:id="rId4"/>
              </a:rPr>
              <a:t>https://dahd.nic.in/</a:t>
            </a:r>
            <a:endParaRPr lang="en-US" dirty="0"/>
          </a:p>
          <a:p>
            <a:r>
              <a:rPr lang="en-US" dirty="0">
                <a:hlinkClick r:id="rId5"/>
              </a:rPr>
              <a:t>https://vikaspedia.in/agriculture/livestock/general-management-practices-of-livestock/common-animal-diseases-and-their-prevention-and-treatments</a:t>
            </a:r>
            <a:endParaRPr lang="en-US" dirty="0"/>
          </a:p>
          <a:p>
            <a:r>
              <a:rPr lang="en-US" dirty="0"/>
              <a:t>Artificial Intelligence Engines is a book written by James V Stone.</a:t>
            </a:r>
          </a:p>
        </p:txBody>
      </p:sp>
      <p:sp>
        <p:nvSpPr>
          <p:cNvPr id="4" name="Slide Number Placeholder 3">
            <a:extLst>
              <a:ext uri="{FF2B5EF4-FFF2-40B4-BE49-F238E27FC236}">
                <a16:creationId xmlns:a16="http://schemas.microsoft.com/office/drawing/2014/main" id="{866AFE02-A5CE-4BB0-971B-7FB9266141BE}"/>
              </a:ext>
            </a:extLst>
          </p:cNvPr>
          <p:cNvSpPr>
            <a:spLocks noGrp="1"/>
          </p:cNvSpPr>
          <p:nvPr>
            <p:ph type="sldNum" sz="quarter" idx="12"/>
          </p:nvPr>
        </p:nvSpPr>
        <p:spPr/>
        <p:txBody>
          <a:bodyPr/>
          <a:lstStyle/>
          <a:p>
            <a:fld id="{87F9202A-FD0E-4A58-A55A-175E0E9BDCC0}" type="slidenum">
              <a:rPr lang="en-US" smtClean="0"/>
              <a:t>22</a:t>
            </a:fld>
            <a:endParaRPr lang="en-US"/>
          </a:p>
        </p:txBody>
      </p:sp>
    </p:spTree>
    <p:extLst>
      <p:ext uri="{BB962C8B-B14F-4D97-AF65-F5344CB8AC3E}">
        <p14:creationId xmlns:p14="http://schemas.microsoft.com/office/powerpoint/2010/main" val="25361292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809</TotalTime>
  <Words>856</Words>
  <Application>Microsoft Office PowerPoint</Application>
  <PresentationFormat>Widescreen</PresentationFormat>
  <Paragraphs>154</Paragraphs>
  <Slides>22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Adobe Garamond Pro Bold</vt:lpstr>
      <vt:lpstr>Arial</vt:lpstr>
      <vt:lpstr>Calibri</vt:lpstr>
      <vt:lpstr>Calibri Light</vt:lpstr>
      <vt:lpstr>Manjari</vt:lpstr>
      <vt:lpstr>Roboto</vt:lpstr>
      <vt:lpstr>Rockwell</vt:lpstr>
      <vt:lpstr>Symbol</vt:lpstr>
      <vt:lpstr>Times New Roman</vt:lpstr>
      <vt:lpstr>Wingdings</vt:lpstr>
      <vt:lpstr>Office Theme</vt:lpstr>
      <vt:lpstr> ANIMAL DISEASE PREDICTION USING                        MACHINE LEARNING</vt:lpstr>
      <vt:lpstr>Problem Statement </vt:lpstr>
      <vt:lpstr>                 MOTIVATION</vt:lpstr>
      <vt:lpstr>LITERATURE SURVEY</vt:lpstr>
      <vt:lpstr>PROPOSED SYSTEM</vt:lpstr>
      <vt:lpstr>PowerPoint Presentation</vt:lpstr>
      <vt:lpstr>Architecture Of The System</vt:lpstr>
      <vt:lpstr>                                          System Flow</vt:lpstr>
      <vt:lpstr>PowerPoint Presentation</vt:lpstr>
      <vt:lpstr>PowerPoint Presentation</vt:lpstr>
      <vt:lpstr>Use Case Diagram</vt:lpstr>
      <vt:lpstr> Class Diagram</vt:lpstr>
      <vt:lpstr>ACTIVITY DIAGRAM</vt:lpstr>
      <vt:lpstr>Sequence Diagram</vt:lpstr>
      <vt:lpstr>Deployment Diagram</vt:lpstr>
      <vt:lpstr>WORKING</vt:lpstr>
      <vt:lpstr>PowerPoint Presentation</vt:lpstr>
      <vt:lpstr>HOW RANDOM FOREST WORKS </vt:lpstr>
      <vt:lpstr>HOW RANDOM FOREST WORKS </vt:lpstr>
      <vt:lpstr>FUTURE SCOPE</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918482918409</dc:creator>
  <cp:lastModifiedBy>hp</cp:lastModifiedBy>
  <cp:revision>70</cp:revision>
  <dcterms:created xsi:type="dcterms:W3CDTF">2020-12-04T14:37:17Z</dcterms:created>
  <dcterms:modified xsi:type="dcterms:W3CDTF">2021-05-19T14:56:57Z</dcterms:modified>
</cp:coreProperties>
</file>